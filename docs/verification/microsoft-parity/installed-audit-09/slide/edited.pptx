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4B919-9CCD-A816-8270-F4DF9A259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59C33E-A0D4-2F2C-6BC1-BB71C29D5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7D6490-536F-0C61-D4C2-BBEA1CC8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7861D-4DA2-0B35-2635-25BBD922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19122B-DCC0-2BCA-D7B6-EFB2249A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572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BC739-661D-38D6-EB64-4DD27853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C8555-4BF9-942E-CBB3-DCD1AB027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BA846-7A35-C665-73CB-DB51A333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3842D-1110-607E-BA47-C26DBB25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E17DC-6581-FD0C-379E-F6EC8FFF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443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EBFEA-8629-874C-D99B-77252AB7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65CF-AC56-8293-EE53-0FD2B91A7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2DCF96-3EBA-A94A-D09E-968052E1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B3880-0ABF-7FC5-355F-61D71BAD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A912A-68A8-A73E-B074-FC007B7A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25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6FCF2-2588-B012-611B-9F6A8681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EE6A1-5595-1601-9DAA-00B347423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0D28AE-500A-A251-3289-B21537EAB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D253A4-A705-CFB3-CD7E-D8550743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3931D4-21EA-5CA5-9722-D544DAC0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A4B3A6-EB85-38D8-9C2D-C5A9547A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5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184CF-661C-3707-E473-517A369C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D7D5A-FCDA-96FF-1607-40E0F377B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AC5255-1DA8-B7D3-2635-93348912A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A2A53A-7538-1D09-5CEB-084D991E8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C008F8-8225-A2D1-70FC-46FFB27FF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D924C5-AF79-C7B5-A704-6C10EE54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5313B1-860F-66F8-1452-7FC1ECA1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5FBB66-D0E7-DD80-D7F4-50424669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450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D072F-9559-54D8-04F3-3D6C7402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1942D2-6D51-15BE-7F16-2B2D9AC0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807A29-BAF8-C3A1-DF7A-1BA19704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59BB75-C288-9916-94DA-BDBDE612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07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F1D69F-D693-9BDE-2112-4F49B275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60EE3-6FFB-6C75-E4C0-AFB40690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94837F-ECB0-68E1-0439-88C26747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869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2BB89-50C0-8594-22A8-6BBE4463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1C2F4-36E9-3030-4A9C-8F1BFA45F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79870E-8BA7-DBD5-9F4D-1CB46418B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E7D108-900F-B689-3125-1FE3E3AF6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599B1B-0615-0CE9-9494-3B5B22AD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828633-76D6-D834-8518-D5F3CD4C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246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2024E-AE2B-E32A-899F-296F03BD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60669E-5A4A-6EB3-0230-D83801ACF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E7D479-D8D6-7F40-11D8-3C4BC9804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ABFF4A-B941-8578-1B38-BFAA06A7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3A8485-6857-1EB9-D3C8-FB3A9BE2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0A7973-D064-9903-418D-BC2277A1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330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64659-1D6E-C1ED-9D21-AA637D69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B6EC-6194-D7E1-AC94-AF2F0F168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8A2A3D-C3EA-A84E-2408-4291B654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832C6-0556-BF91-6AE3-39E863E7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C31C2-3C19-0E83-1BDD-0785892E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59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D35DD6-3E99-6447-534F-3BEA4BD2D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D2809-D6F5-247A-5AF9-29AE45254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70CF9-1605-C083-8BD8-80D83AF8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665C7-11DB-6AA1-5EEA-65A12241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05973-9B66-6902-31D3-410C75C6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025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D6763A-1E69-5AC8-F8D2-FE5030C8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1E55F-3702-7BD4-A40B-2E2B071F8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3A99D-6347-5D7A-CC3B-EEF036C60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323A1-15BF-AC47-8630-966DC2D482F6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9FEBE-3A9A-BF52-21E0-AD7D8FBFB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35662-0B46-F257-43AD-8EAF16C3F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89DB-787B-F14C-BEA1-0E534DB504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688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D9EBABE-6389-4536-7D77-3625ED2A4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PowerPoint edited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F869316-8BE3-5F82-D4F6-9E55FB2E95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08862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PowerPoint edited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2026-09-09T05:50:14Z</dcterms:created>
  <dcterms:modified xsi:type="dcterms:W3CDTF">2026-09-09T05:50:25Z</dcterms:modified>
</cp:coreProperties>
</file>