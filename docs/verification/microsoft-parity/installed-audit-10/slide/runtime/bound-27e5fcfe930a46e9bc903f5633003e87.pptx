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2D3BE0-9095-BFA1-D860-9633385AA8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E887AB63-94EC-1425-17AA-9CE40222EE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409A4F-6B70-443D-F4A3-8F9FE1849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717968D-85FB-2EC1-A100-A01D81964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76FA9E-C2BF-A171-5433-6EF120A4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738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8A10D2-F913-A50D-DA5A-3965313ED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24B81A-00CE-45D5-30EF-2B2570440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464F46-A453-D431-9B3A-C440D553F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DC0B52-05D8-D0E6-B562-33D19F34A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AC91F7-9AB5-0354-D85C-86B2B5388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367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8E06E1-8C0C-4E28-8EA9-609150D0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2DDC5F-890C-2B3A-517B-4FACBCD9CF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36FCB5B-93D8-19A5-BB18-1EB225D4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0429B8-CE1C-6C7A-51D9-F332F7036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FB6DB74-3F93-10C6-C20B-2721FA1B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32070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F5C0B2-B0E6-7E71-0D6B-FDA514F6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EFC6D4C-479A-A325-B5D5-AD4510C8813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0AF6E9-18A4-7004-FF49-477C323153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DAF7C2-5AC5-A5A7-6C64-23E65C91F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70EB996-3553-9BD4-76F4-5F8CB36C3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C6147C-B827-83A1-3BFD-8E18FE824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7320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6C260C-D858-4974-E58B-C589BF02E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B4ACE7-56E0-2CFA-676F-4C4E38AF1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648450D-A1B0-F974-4AC4-7F00A74ED0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4EA7F40-5583-8D4E-441C-A7C794812E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477A6C7-1A2C-EA1E-FA30-90DE7CCC0C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2647BB5-6E6E-96F4-08BF-CE97E450F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EB590A6-0DDC-086A-CCA8-0663B1602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1F88267-6289-389C-AF39-6E7BCF118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1599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44F7A8-DABF-D12D-ABB9-590D49B2D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91E194D-4392-1E40-F963-A1DBE6504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003B4B0-F88A-BBD5-2D36-B96154F77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1B24304-E207-C996-33F1-1CC13A49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5194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3E51BC8-1023-7751-0BEF-EEC02F237A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402EE4F-1511-54BD-E9D5-B2917792D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7EC9D3F-B54E-80D5-0DF6-878B01EE2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908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6A54746-F31B-94E7-609A-15C244FB4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C2428E-5AD9-533B-2461-33C2EA3F0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9FB9486-8E40-B591-9DD0-39751A6C7E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81B5DD-7697-6CF5-6582-91E11AD61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F804CB6-5BDE-47A9-D960-E1A4A1205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B3F9F91-A84B-41ED-6D0B-778EDC805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7248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8B6DCF-2F98-60BF-0177-298794239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75476FA-64F7-97EC-C2D1-4150753DB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E65350-C91C-6959-A2D6-9DB58FC965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E70369-2DE0-6BA4-2791-0ABD2B8C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23C2FE-8F44-4521-6737-16C34FA870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B8C4CAC-385F-47D2-E8FC-4CFC9F9A5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3121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82E557-D0D0-5379-9F60-01C091F32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B536CE8-E405-62F1-1DDE-C5D5042A3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C8C262F-AE9B-5257-714D-83D580919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C2FB24-5F8D-DDEF-804F-89DE6070F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2BCDE4-C1CE-DF56-1D62-FD3FF6413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63051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1828563-BD7C-1FF2-709A-49C88EDD2D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D82CB5-C257-C48F-9D56-60EE7A640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D3D432-CDB4-F276-4DF5-457D9CCA8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5D5DB2-CCE1-A4AC-A3ED-942FF6091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FD1243-ED9B-B3C7-034F-7EBA2F76E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44051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70C8A5B-A403-4D9B-7492-1ADB69D10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CDD4190-9757-0D16-2280-888BD53E9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8F74F4-BA37-F7A3-3FFE-E2A9445E0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E0AA6F-AA40-D64C-A176-C4D92E28E039}" type="datetimeFigureOut">
              <a:rPr kumimoji="1" lang="zh-CN" altLang="en-US" smtClean="0"/>
              <a:t>2026/9/9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8610AE-A356-C09D-A4F9-D2EC64BCCA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A4887-81E4-7AAD-F1B6-47C9B6B1CF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B16DD-E4F6-8940-B07B-F1CFAA6EA3C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166710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2320F9E-58F9-342B-CD13-00633BBE7B5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kumimoji="1" lang="en" altLang="zh-CN" sz="4000"/>
              <a:t>Installed native PowerPoint</a:t>
            </a:r>
            <a:endParaRPr kumimoji="1" lang="zh-CN" altLang="en-US" sz="4000"/>
          </a:p>
        </p:txBody>
      </p:sp>
      <p:sp>
        <p:nvSpPr>
          <p:cNvPr id="5" name="副标题 4">
            <a:extLst>
              <a:ext uri="{FF2B5EF4-FFF2-40B4-BE49-F238E27FC236}">
                <a16:creationId xmlns:a16="http://schemas.microsoft.com/office/drawing/2014/main" id="{ABA02415-BC03-0B48-72F1-2748074C99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en" altLang="zh-CN" sz="2000"/>
              <a:t>Public plugin API</a:t>
            </a:r>
            <a:endParaRPr kumimoji="1" lang="zh-CN" altLang="en-US" sz="2000"/>
          </a:p>
        </p:txBody>
      </p:sp>
    </p:spTree>
    <p:extLst>
      <p:ext uri="{BB962C8B-B14F-4D97-AF65-F5344CB8AC3E}">
        <p14:creationId xmlns:p14="http://schemas.microsoft.com/office/powerpoint/2010/main" val="79115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Macintosh PowerPoint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Installed native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2</cp:revision>
  <dcterms:created xsi:type="dcterms:W3CDTF">2026-09-09T06:44:39Z</dcterms:created>
  <dcterms:modified xsi:type="dcterms:W3CDTF">2026-09-09T06:44:42Z</dcterms:modified>
</cp:coreProperties>
</file>