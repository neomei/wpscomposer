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972A3-DE17-AF0F-8AD8-838321E46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055F91-E861-7AA9-4137-A958C612F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23249-A0FF-6E77-9FBE-F5051AFE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3D88E-633A-A368-72A9-6013E931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F5CD7-0517-B88E-ECD3-EDC654A5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022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8F591-199A-372C-4E02-3A84F856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3F561-1BBB-6B71-0F68-E5951CDAA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878EB-E1FD-A2A2-DE3F-52F94DC5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3B66C-F52F-9185-FD78-4718892B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D494A-74FC-F111-FB7B-5F6212A6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754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CB5E0-314E-EBE4-3A00-63FAB7EF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1AE27F-01A5-0143-F70C-223AA9580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01758-2807-2F80-5F08-0FDB7B01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711E2-3C86-0DA5-73B5-10434F08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BDCB6-B1F5-5029-DA66-6802D838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908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C2F15-CA21-9542-69AD-50CA40E5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97BD5C-E422-3FD0-0FD5-36190F584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76EDBA-72F3-2DBE-A2E8-55FBE6EA2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D2B5F4-4B33-FB2A-2E49-3C871BBB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321F78-C479-130D-A594-77E7DEEA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832EA-230D-FEE6-E6DC-8259D47E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341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5ED9E-3F2B-C59B-643B-09AC2BD0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8AB44-F4C5-09B6-2440-DD642E958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747553-5BEB-3776-AFC2-E8F49C2F7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B06189-6149-DAAD-001A-3BC6E8812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9AE28C-7DE4-CF74-666A-A3444A4F8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28D33A-99A3-39FC-DE9B-F62776EC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B2C475-37AA-C65E-A06B-C8D65DC8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0B9AB5-F316-3625-1A08-F0390B0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811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07B79-848C-809B-5160-88AADB48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DD066B-94C2-2F70-16D6-06B64290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0B5A69-E454-7ED8-AEE0-4D1FC9F8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2870C4-B5A0-6258-03B3-773C25E1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70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B62DF8-0A6C-72F5-1E36-41A5A062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478A97-D8E9-7C6E-4C03-839F1967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F4F55-FD75-EC8D-F1FE-EF1725C1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852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087EB-6D05-5F77-6BFA-C7B5DE8D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81A4C-AE14-6B67-3758-36E1FDFC2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55F6B-74CF-4DA4-CED8-858C8F0D7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C34D0-3DB0-EB26-8530-3C713F7D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11A7B9-EFBE-FAF8-3276-C03E733B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871CBD-1C71-A022-7258-0558C723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76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F169F-0A08-A28A-B336-71D43C06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C828EF-8A20-C59F-9741-733F93F8D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46DBBC-B90E-09AD-8914-54ADE8C93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2E8D0E-A7CA-5B4B-B094-D970A3F4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BE95C9-E019-A1E5-CCFB-1A9F7C5C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C0D02-1A01-4D08-4510-20CE3C79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17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79714-C2C0-F5B2-5F93-DCD167D8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206295-467A-73BF-8AB1-400628616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70726-4850-7EFF-9297-833985EC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90BDD-1252-02C5-5F3F-2615F2E5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222376-D438-C478-AB06-882E6DD8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256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4082C2-E7D1-F63E-7661-A4481AB7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A651C0-261E-CFED-0F24-CBD15599D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21B5F-F81F-35AB-8E26-18653BB9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6D965-29EB-1062-283C-6A54A86C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BDE5D-77B0-611D-7819-FEDDC02E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8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DE8311-B1BE-BFB3-330A-4361A506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15BA4-BA0F-7E0E-772C-038EF42D7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B7007-938E-F828-9147-0782D6544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C6BE4-1E4A-2383-21D4-CE8A8BC50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265EF2-FFB8-914D-B9AB-0945039DA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301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2B66D7-D197-13F5-5ECF-75169858B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55B623E-105D-0550-6C2F-90B86E1AA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27148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2026-09-09T07:54:20Z</dcterms:created>
  <dcterms:modified xsi:type="dcterms:W3CDTF">2026-09-09T07:54:23Z</dcterms:modified>
</cp:coreProperties>
</file>