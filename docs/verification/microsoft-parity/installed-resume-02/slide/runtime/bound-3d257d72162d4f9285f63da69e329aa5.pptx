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0BDA5-3999-AB48-D33D-5686AAF2C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466E1F-5520-7808-241F-C212576AF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1CD307-A5A9-120E-740B-6099847D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68F763-FF3C-2CB2-2939-BE80DF89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9AB66-9105-86A0-8909-FCE79C5D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687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3AE05-7BD4-5CE5-9E8F-259C6A85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928AC-1499-A9FD-30CB-86E053716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480737-A1D0-C00B-2C73-F2142A50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29432-27AA-5BC1-976E-9BCA0250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EFDCC-4D5E-1CD4-DCC7-EE6AB3C7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111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A18C8-FC32-E798-0978-DC7FA4FD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DF5A66-FE7A-BCB9-84EB-DD441DE6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7CD99-15E3-9653-A941-01461CA2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1C6B71-7F78-96AE-9AE0-CF7984D3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34882-FFFB-6190-BC9E-99182C73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0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89FAA-E1BB-E08A-9386-F2C8B065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FC05B8-79E9-6615-F0C9-4E0CAD565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E50399-A93D-F7A5-E868-524BD8676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A413CB-C40C-C264-9415-4E8F1622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E67DC4-AC50-3D7E-EAF6-2BE81802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E7D140-343F-BDE8-FD0D-C0765C5B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58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140CD-415C-CF54-5379-61EDA6A9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F8BB89-2575-0837-B69A-BA0D92D0E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5CADE0-7323-3F1A-A940-1DA9B70BD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1EEFD1-11B1-1F3C-652B-0770D499A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8DB0B9-2FBA-31B2-EA5C-3D76E0059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66FF5B-7599-8513-9B7F-CDFF17C8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9130C2-EE8F-28F8-385F-B2B2C680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F5BCEC-C6B1-3860-2D3F-CAC2CF66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559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7A541-0D0A-DCF9-7E3A-F9B19CD5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E57E47-AB59-704F-F390-41B9D0C0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72C4D8-2608-1A98-7312-FBE4D227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B78E8D-C9C5-61F5-AF69-B0B33FBE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077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7F7EA3-EDD2-8101-2474-55514CFC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BF128F-7062-897F-2758-6BD7EB84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F28C4B-AB7A-C410-3548-9BF61FBB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52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13E5A-0DC5-8EEA-7617-E8FED63F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628003-4912-F46D-47E9-B5E148689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9529D-DCEF-2972-9512-EE80F148A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69A787-90C7-52F6-BD43-DBB3C467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C1722E-10AC-E4B5-C36C-F3C9BFDD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BC1AAE-FE39-02B5-5CB0-A70A5528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488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1956D-09DC-E69F-7503-590BD594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871A89-7987-E8DD-AD54-36B8AA31E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99308D-493A-7578-11FE-A677D4901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CD87A1-5444-8E35-F841-ED8F88EA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3928D2-529B-8CA3-624E-DB1E8534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713A7-C121-E117-4BF6-5A0F27E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960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794F4-7FF0-FF14-DAE3-EBF80BA5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45F5AB-163B-CC42-DCBA-4CD97D9E6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41A1AC-B2C8-80A4-39D3-DBC08786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A6BC1-4F7C-F0BB-0D51-BC165724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00C97-43ED-B8B0-F6CD-C3A1A5A7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4455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338DC2-A7E8-5BC1-5CDE-B367D331A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9D1466-ACEE-D766-85A1-D5F778954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75C45-6840-C908-0639-575AFEC0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F0A61A-8C9A-084C-342A-7A621A1D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2EEDD-2AF8-0729-F8FD-19E4D6BA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569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B4DBD6-649E-5248-E11E-FEB7AA95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037FF1-BC75-D4C5-AD5B-653D8222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8B3C3C-8F1D-604E-3875-8EFB5F4DC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96040-C966-BA47-9D76-0B00CD99CDE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9B41B-062F-DD58-F65F-DE7B0AC4E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5D6EA-504D-89E9-31CF-A4698D97C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3093A-4E3C-9B4D-9F50-9DF79D934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39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C48EBD4-1B61-829D-3D42-27E7DBD01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native PowerPoint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91D5C09-48E4-01C9-BCC6-056840CBE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0573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native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2026-09-08T18:26:40Z</dcterms:created>
  <dcterms:modified xsi:type="dcterms:W3CDTF">2026-09-08T18:26:43Z</dcterms:modified>
</cp:coreProperties>
</file>