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7C86-92DC-ECD2-05C4-228CABA0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31BDAF-8FDC-DF16-0531-7B3FC11A9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B32DA2-6E70-E57E-E562-7524BEBB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3CFE5-4E99-0C0C-8AB2-26E15FBB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C7628-D068-2F64-7125-748D3F76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5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FD798-4668-AACD-7CB2-83A017EF6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A2A1D-036E-F577-4F8D-C17A6E28E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BB300-8E68-9645-EA18-4E10782F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9EB6B0-F596-6400-A09C-E02D55D1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329AB-EA89-8316-3088-58F68B2F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392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9BB13-E23C-AD57-E4C0-1D25B4EB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50A17D-6176-AF6B-54A2-618916216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D838E-601C-6AA6-7972-9E55802C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E2EF2-7E23-5416-52C6-ABA4B0CA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60D7E-FB0D-4E0B-174D-DDEF286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54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72311-156C-884A-F7E3-3511E3FE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F782C-D363-220A-7F73-991251969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94E621-E066-CE4B-E531-6B87E4EA5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444F9-D8B7-F138-2C0C-92BC073C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65BB9-8BF2-7EBE-B4C8-A08F140E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75C36-ED73-D957-5961-3DA388F7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38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ADE8C-01BD-B542-85BB-FD6AC074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7292D-21DC-6CF2-ED08-B1D5DD6CD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DF1C31-7CAB-8355-98EE-D716937D2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D5A419-E555-C847-E7F8-D8000C137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94B459-0784-BD44-EAC4-6B1E6B503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1A5575-2EDC-A0C1-57B0-09AF138A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11AF14-2A53-C453-D8A8-BD565298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D2ABED-B4FF-7632-158F-3F2AA88B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6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46D85-802E-75AA-5E8D-87861689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4F63D-F38C-6B5A-C93D-6E844B44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F86C0B-586E-59B1-145B-890C8082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1AB3BD-CF4F-8BA4-18B6-86E703D8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44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FC71C9-202D-D381-0F47-75C59ED7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4B5A04-8471-E3F5-8A9B-7B08D88E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37EF5B-E5C6-8686-3B14-32D21758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39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6AB61-135B-EC5F-83B2-21151811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768AB-9C8F-6525-C02E-2B2196660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D74D34-08AB-4B80-E76B-B116FBA0F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9C8EE-4291-9CAC-F9CE-5365B882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33CD6-071B-B37E-45D6-B8469F15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155F38-56B1-1585-7CC5-F515BCC2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26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18B30-C9F3-EAFC-05CD-2D15E14F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775546-BAFD-104D-8166-96E93920E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7DA68D-AA8E-2889-7C4D-D40A55A0B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93AF06-B61D-8040-716C-7E05D349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FAF8C9-2C1E-4DEC-6903-770688B4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BE1FB1-7C75-94F0-217B-D7B5F685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8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CF66D-D1B0-CEAE-CC04-D79AC3D3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5F818D-AA08-7605-335F-37204826E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0CEF3-7889-9E9A-2E6B-96FC85E5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C29BDD-8AB9-96F3-5282-F4681B45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A1F83-032A-5D36-5D56-C9A70325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457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F31109-C0DB-17E9-DF7E-5043B3F1F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816176-958B-F529-A821-29F334828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DB802-3E4F-48CB-3006-B1622742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EA321-C93F-B4FE-4738-4DA86945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DCFF3-AC2D-4B6E-845D-5BAE0C6C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993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95A21D-7A32-FE3C-D72E-153AA3A3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2A03A-5036-5B20-B6F1-0EEF59F9F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E6A0C-1541-DC39-9DFE-E87ABC573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709A2-19E8-AC19-2DDB-778070F87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DAF47-08E0-BA09-F473-E2F0608D5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47A038-C6B4-4689-46E7-29032E4F6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370ABF9-5C46-B406-B5A3-897EF25FE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55060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2026-09-08T19:47:21Z</dcterms:created>
  <dcterms:modified xsi:type="dcterms:W3CDTF">2026-09-08T19:47:35Z</dcterms:modified>
</cp:coreProperties>
</file>