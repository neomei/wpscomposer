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869FA-F01D-A97B-F2CE-C9D6C792B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26D1B0-EA03-4CD1-E04A-B5876C919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BE72A6-A56E-98D6-FCBB-13064C86E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A19F32-8744-64B6-23B3-2176B704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494C96-2E99-A065-E8B7-BC05638D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6945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C7DB2-5718-5B7F-EBD7-093DB939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9660B2-58A5-F1EA-780C-35489AC37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C1C26D-AAD3-032C-C43E-6D5A5450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00F117-E464-E75C-DF9D-CE39AA26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B3EF8B-4AF9-FB51-BC14-85699214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675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8F3C8-5668-3089-B844-BFB78FE35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A39190-DDED-C795-1226-6D3EF0F5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43AB5B-855F-6337-CD3C-EDBD16AB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8C6755-DB7C-6DE8-02A3-DB1F10BC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D200DE-8A26-3885-F682-8995E90B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995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C0669-EB65-3766-A799-5B28ECCE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DC9CE9-0904-7698-A2D7-BC39412E5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244649-16E7-B566-4837-9B5A86758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918669-C3CA-DE0B-0FA8-EBBF2C00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134894-E01E-79D7-8129-265D20B3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AE82C0-FB79-33F2-EF9C-F8AE717B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2055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183D4-05A7-5D01-D919-184969F40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9F8DFF-85CE-D8B6-D3DC-69949586B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7424E4-47E7-01E1-10CD-08F45187B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9A72E1-F748-E192-B37A-E859D96F6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59E92F-7F49-EDEC-22F8-3722138AB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72CB89-FA79-87F8-F399-33EF1ECD1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61746D-E46F-53C1-4269-E9EB2CD2C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14F543-60F9-EA06-4630-BE6E503C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689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06BAF-8E12-0B6D-6968-D9EAD925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0E1CC0-CD25-929A-671F-285A89C85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CE4715-02C8-9B53-718D-01AAC28B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F6212C-9308-3348-3CAB-41417EF1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156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AB868F-1A8F-03B1-6559-AC53AD010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0E46CF-C18D-E06E-DB3C-DA53FCDF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BDF739-C083-ED55-D95A-DCCF94A5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2880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4FA12-A28C-8942-3AFB-C1B41FEEB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F654BB-31EC-4486-20AA-C94E1F04A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D27FFB-F5CD-90A6-3111-C0A9217CA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513C7E-F5C0-3E7D-457A-57FCA774C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7A5422-F7FD-13F5-D663-69856E49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61637E-0E60-C1B0-3864-1A564C46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206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416D09-6DD4-BAB7-C2EF-040DC763A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39A873-9FA3-388E-0285-34AD3C20A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E2D068-0FD7-C3C4-C281-052B12296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0B04E8-DBBD-70C0-76B8-EDF7B9E9B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B46B30-E6FD-450C-BDBF-11041C042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180E7A-EAC2-C47E-4DB4-4BB72A333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6976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712E5-89A5-A4F8-7C6A-676369753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14D8D5-BBCF-E566-A4AF-D2866EA56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0B8E5B-7076-AA21-C2DC-5418CA4B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AB5590-5ED3-9348-4A56-499BD740A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FBAFD0-4C31-860D-0414-EA871785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397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21DBC4-1A21-F675-7354-C079EBB89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C83077-75F9-9EB6-6A72-95DB610C0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0699CE-5C8E-4A6A-D503-AE537A71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26E75D-ED5E-ABF4-7856-57460010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DC36EE-C356-7943-FFD7-293278D0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432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B95C33-4EFD-BB19-8A18-B9559D19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5F0741-B6D8-E846-887F-DBDE4D4EC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B7436E-80C9-1286-3679-618FEB3DA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A4522-3466-C443-8D69-0548EBE8B771}" type="datetimeFigureOut">
              <a:rPr kumimoji="1" lang="zh-CN" altLang="en-US" smtClean="0"/>
              <a:t>2026/9/10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050C6-7A05-40D3-1CF3-786B2264C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5226E6-F913-5205-B872-178866266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8D4E8-6857-EB40-A722-44F8318298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367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F183673-6FDF-4804-C45B-9FFBC2625E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/>
              <a:t>Installed native PowerPoint</a:t>
            </a:r>
            <a:endParaRPr kumimoji="1" lang="zh-CN" altLang="en-US" sz="400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72DFF9DA-6A7D-0798-9428-6A5C63405B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/>
              <a:t>Public plugin API</a:t>
            </a:r>
            <a:endParaRPr kumimoji="1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180318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Installed native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2026-09-10T15:24:51Z</dcterms:created>
  <dcterms:modified xsi:type="dcterms:W3CDTF">2026-09-10T15:24:54Z</dcterms:modified>
</cp:coreProperties>
</file>