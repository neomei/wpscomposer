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6AF4A-E30E-FC47-A0A7-4B4A9A76ABC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732CD-AC5E-B041-B663-9FA4C1270ED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102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732CD-AC5E-B041-B663-9FA4C1270ED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00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37A3D-A967-4FA9-A691-6559F4A14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3B26EA-0E8A-43C5-0958-4A809420E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248412-9F5A-38A3-61DB-706F0592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9281DD-260F-5FC1-0F6A-91DAB1E8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6BD07F-BC12-A7EF-8D93-F5A8BF61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12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850B3-9579-B229-7C9E-92473F57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10184-197C-B487-09F5-FEAE7A684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C7B432-02D5-4276-5F1F-CCBA0218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2A92C-5CCD-B4AF-0A7D-DB8ADA65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B8AC56-FB1A-0689-51F7-533C38C4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271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61A7B-0EC1-5B94-7D02-12BB2B26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5BE97D-26B4-E077-7B46-6D3CB8D82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51B18A-A88E-2E8C-D951-06F9BD23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A1045-5062-7A9C-BE04-058067CA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A22897-D5BE-E0AC-8CC3-C5154A16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15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50CA5-8768-23F0-F653-9A3D4632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1A9E2-B0BF-03B8-2EBB-977E8E11F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00A1A9-7BAA-2450-9208-741130C28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E9975D-E1FD-81B1-DAB5-708C6D6E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74725E-D3B8-E6D8-B2E9-48DC9F77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03733A-1933-F40D-2824-A336FCDBD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8507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B636BA-9ED6-3078-D989-FED4E337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71258A-8C25-4C35-EC3E-AEE4F7D89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23295A-3A20-0B40-5C52-91234D400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B7D44A-501A-1D02-7B8C-EE4D9A330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9C1610-9A93-D681-EAA6-264F898DF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3E418D-B0A5-44E1-895F-2C26AED7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034819-7A3B-5640-3D62-D15840DC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970A80-F30E-7A0A-23E8-369F0236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568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D4343-E0A4-7A6D-144A-DDDBCB4A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B29686-F5C8-D35D-AAD1-D085958E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8C590A-539C-273E-ABE5-6C95EA87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5C987F-8E01-8611-4F4D-408EB07E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750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FD0A67-19E7-CB49-EF7E-575DF2BF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422DBE-F67C-C689-9EB6-52D7F2F03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AA5D5F-F024-370B-AEE7-C20BB04E3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211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2185D-0DF3-31D1-6641-2BD58143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6E3BFE-2DFE-B380-45B9-AFA4552DD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461756-E346-BA5F-2C1F-94F21EB4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B1C4BD-CA36-CCA8-C521-36CBAF203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E632C0-4D1C-B25D-781A-CACDECD9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2C3840-50D6-7D59-A442-4CB350CE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79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D1C4A-6138-4DFE-DD46-521B50C74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568CB8-B18F-DA13-271A-9222DFE77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6A319E-8AA4-DC94-35EE-AA606677E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DD4D2F-B8E0-19B2-1F21-33D09FEE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6E443D-86B8-17D9-0826-15D652F2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55B38E-DDFE-99CA-4C99-E81C29E5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168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BA7A2-7322-D44A-A395-15FE3AF6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CCA8AB-03E6-4327-6F0D-61F1B667A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0BE671-88E0-204C-14DC-3DE63F5E4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56172D-6523-098C-0354-CE7C53E0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BD7E9-5B3E-7794-02E9-2A5808EF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189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A091B3-6395-DB94-BA9A-8E0A32037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0F48A6-7A3F-FA60-2447-3A90758D5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B78DF-A52B-B1D9-ED2F-54BBCFDA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10C0E-5DCC-2BE9-EE79-F8012DEC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CC2238-D0B7-347B-EC06-26525F5C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220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3CF5D0-7FD7-2982-1686-8C6AFF2B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6192B7-E688-0841-5DE6-FCC8D0A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58D2E4-2430-2ACB-3855-4BC65CA38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9B856-B9A7-CA4E-812A-F3776B1CCF4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9E22CB-F18D-DAD0-48F4-140C21A71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1024A3-AF2B-A444-340F-5507BDA89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58CB6-986E-C941-A288-6A33ACC504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615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e53717d428eb4cfb89a27519ef53b98b">
            <a:extLst>
              <a:ext uri="{FF2B5EF4-FFF2-40B4-BE49-F238E27FC236}">
                <a16:creationId xmlns:a16="http://schemas.microsoft.com/office/drawing/2014/main" id="{41619A0F-83DC-B8C6-A9FC-152299B55899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Public create 720 x 405</a:t>
            </a:r>
            <a:endParaRPr kumimoji="1" lang="zh-CN" altLang="en-US"/>
          </a:p>
        </p:txBody>
      </p:sp>
      <p:sp>
        <p:nvSpPr>
          <p:cNvPr id="3" name="wpscomposer-777a49c0d94b4aefb70d5d5f81947ef4">
            <a:extLst>
              <a:ext uri="{FF2B5EF4-FFF2-40B4-BE49-F238E27FC236}">
                <a16:creationId xmlns:a16="http://schemas.microsoft.com/office/drawing/2014/main" id="{D32A290B-F9DE-2515-5ECF-9BB4A5DB84B7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489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2026-09-08T18:10:50Z</dcterms:created>
  <dcterms:modified xsi:type="dcterms:W3CDTF">2026-09-08T18:11:00Z</dcterms:modified>
</cp:coreProperties>
</file>