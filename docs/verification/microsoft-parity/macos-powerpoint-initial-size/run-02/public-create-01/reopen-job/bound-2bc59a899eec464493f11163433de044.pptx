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752A0-AC82-1C4C-A554-050DCDB2F7A7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4C1C2-54BD-454F-BC47-64B60B67013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993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4C1C2-54BD-454F-BC47-64B60B67013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470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D96E9E-2CFC-45E5-D756-604D6523F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480324-53C8-C677-B38F-B9473E62F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2" y="2701529"/>
            <a:ext cx="6858000" cy="1241822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904" indent="0" algn="ctr">
              <a:buNone/>
              <a:defRPr sz="1501"/>
            </a:lvl2pPr>
            <a:lvl3pPr marL="685810" indent="0" algn="ctr">
              <a:buNone/>
              <a:defRPr sz="1352"/>
            </a:lvl3pPr>
            <a:lvl4pPr marL="1028714" indent="0" algn="ctr">
              <a:buNone/>
              <a:defRPr sz="1200"/>
            </a:lvl4pPr>
            <a:lvl5pPr marL="1371617" indent="0" algn="ctr">
              <a:buNone/>
              <a:defRPr sz="1200"/>
            </a:lvl5pPr>
            <a:lvl6pPr marL="1714521" indent="0" algn="ctr">
              <a:buNone/>
              <a:defRPr sz="1200"/>
            </a:lvl6pPr>
            <a:lvl7pPr marL="2057426" indent="0" algn="ctr">
              <a:buNone/>
              <a:defRPr sz="1200"/>
            </a:lvl7pPr>
            <a:lvl8pPr marL="2400331" indent="0" algn="ctr">
              <a:buNone/>
              <a:defRPr sz="1200"/>
            </a:lvl8pPr>
            <a:lvl9pPr marL="27432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1864A-E97D-AE67-D7BD-F129B820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92430E-2F21-F8DE-2AFB-0BD90662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CC12CA-3B9C-E6C3-838D-3968DF84A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360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43444-4DBC-61FB-8D84-7246375C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9A0D5-A469-3508-6D1F-917AA484A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5D3D3-88D3-C053-AD7C-F1EB25B4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BC57A3-B062-1755-FFD0-6760AA68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5F7028-073C-CFE6-125C-1FFC53A6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93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062296-31FF-1A79-3D6A-49393FB07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5"/>
            <a:ext cx="7886701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7F9480-D4E4-4B9E-417F-F1A30966D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1" cy="1125140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5810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3pPr>
            <a:lvl4pPr marL="1028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9A68F7-1B30-9A69-15CC-EB1753F6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BB9B6D-0E4D-A6D4-9FB4-A88187A86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B67E75-8D80-9ACC-0A23-3883710C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429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BBE99-50A2-98AB-CE22-265446BE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841625-C551-3997-E125-675F2D722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23AFC5-5479-4F69-A9BE-8A1F8A944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0A980C-A789-C71E-D73F-002290E82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3BA16E-331B-8D9C-BEB9-8F96EB6F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998116-3621-A28D-5D6C-99BE8284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839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F6018-0FD9-970B-6B8E-0AD1C661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3AF308-E1B0-0104-E4E3-0AE0E488A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3AA3F4-CA3B-ECC3-6177-BC33DF007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41824E-0FAA-0195-AD8E-3ECEAE645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A5F4E0-AC90-17B7-6C91-D584DA06E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FDA048-AE12-CAD6-A894-D343BF2DD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8FF340-5E30-479A-F0DA-DC3DD62D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86581A6-0A84-9D4C-8ED0-3E379C8E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287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32FB9-0219-719D-280C-4229B6C7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EF1EAA-1213-39AB-71B3-7FC481C2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796281-7230-7EC7-D62E-8F940D20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018E8E-3D2B-1FA3-A538-66647839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852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8CCB70-A32E-E6DC-D5F0-D9B6E4DF3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D611F8-2994-2562-C823-E39A26A2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73E7C7-093B-830B-F803-850D0BB52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068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44447-9236-FE99-C781-3835C4F02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DAA9B-12C8-440E-0A4A-4E5B98A72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801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B8D282-FC36-12DA-C7A2-B18965430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CAF510-3860-9527-4447-F43185E4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734BC5-B505-2551-3378-257297CE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CD5441-2C25-9BD5-8629-8E12E9C9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3541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E3913-0E49-F11B-A41B-666F65EB2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7D9ABA5-6B5D-8727-47FC-D477CA314A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099"/>
            </a:lvl2pPr>
            <a:lvl3pPr marL="685810" indent="0">
              <a:buNone/>
              <a:defRPr sz="1801"/>
            </a:lvl3pPr>
            <a:lvl4pPr marL="1028714" indent="0">
              <a:buNone/>
              <a:defRPr sz="1501"/>
            </a:lvl4pPr>
            <a:lvl5pPr marL="1371617" indent="0">
              <a:buNone/>
              <a:defRPr sz="1501"/>
            </a:lvl5pPr>
            <a:lvl6pPr marL="1714521" indent="0">
              <a:buNone/>
              <a:defRPr sz="1501"/>
            </a:lvl6pPr>
            <a:lvl7pPr marL="2057426" indent="0">
              <a:buNone/>
              <a:defRPr sz="1501"/>
            </a:lvl7pPr>
            <a:lvl8pPr marL="2400331" indent="0">
              <a:buNone/>
              <a:defRPr sz="1501"/>
            </a:lvl8pPr>
            <a:lvl9pPr marL="2743235" indent="0">
              <a:buNone/>
              <a:defRPr sz="15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822437-FB53-6534-579B-F1732F822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1E05F2-63C1-E8D0-13C8-45877060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184B1A-6EAE-63E8-C386-E233ECCC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A32BA3-D75B-92C1-B8F8-F287B2CB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060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BCBAD-22E6-2035-E37C-47FFB5A2E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3A49D4-A840-A4F2-3AE2-7B7B40D06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EE354E-2D5E-211E-407F-5B9DE69E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85FC01-6405-390A-F53C-E32ADEB24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2D1801-8C9C-F8ED-FFC8-17C46B88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803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1B9BD0-2E15-5EA0-65A2-43000C38AC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363431-085E-95E0-C59D-DD3003252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5800725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12C866-1011-29F7-D996-5E9EAAD0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1CFEA0-7982-793F-AC15-CAF6EF5C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EF75F6-C920-8799-6AFF-F73CB64F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3047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AF8703-5F3D-4D33-32A5-931C58B5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71D0D7-4F4B-C9C8-80AB-EBCD76CCA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3E5486-79E0-ADCB-4EBF-2B200C112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A3958-E4EA-AD4B-BC6F-FAD54339C87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B2BEB8-B521-545C-A3F7-194A6C942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3" y="4767264"/>
            <a:ext cx="30860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7AF11-F113-EDAA-F5F7-B277D98A0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D53B9-91C1-264F-89D5-3FDF47559A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495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35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62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6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0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4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eca961063fcc487bbf28b3df6442096f">
            <a:extLst>
              <a:ext uri="{FF2B5EF4-FFF2-40B4-BE49-F238E27FC236}">
                <a16:creationId xmlns:a16="http://schemas.microsoft.com/office/drawing/2014/main" id="{ED1B9FAE-F543-B462-7405-D926CB6000DD}"/>
              </a:ext>
            </a:extLst>
          </p:cNvPr>
          <p:cNvSpPr txBox="1"/>
          <p:nvPr/>
        </p:nvSpPr>
        <p:spPr>
          <a:xfrm>
            <a:off x="381000" y="3810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noAutofit/>
          </a:bodyPr>
          <a:lstStyle/>
          <a:p>
            <a:r>
              <a:rPr kumimoji="1" lang="en" altLang="zh-CN"/>
              <a:t>Public create 720 x 405</a:t>
            </a:r>
            <a:endParaRPr kumimoji="1" lang="zh-CN" altLang="en-US"/>
          </a:p>
        </p:txBody>
      </p:sp>
      <p:sp>
        <p:nvSpPr>
          <p:cNvPr id="3" name="wpscomposer-1d184a74958a48bcb48f91c10b853f76">
            <a:extLst>
              <a:ext uri="{FF2B5EF4-FFF2-40B4-BE49-F238E27FC236}">
                <a16:creationId xmlns:a16="http://schemas.microsoft.com/office/drawing/2014/main" id="{94552F8F-EFA1-7E36-69AD-1C26949AC8F0}"/>
              </a:ext>
            </a:extLst>
          </p:cNvPr>
          <p:cNvSpPr/>
          <p:nvPr/>
        </p:nvSpPr>
        <p:spPr>
          <a:xfrm>
            <a:off x="508000" y="1397000"/>
            <a:ext cx="2286000" cy="762000"/>
          </a:xfrm>
          <a:prstGeom prst="rect">
            <a:avLst/>
          </a:prstGeom>
          <a:solidFill>
            <a:srgbClr val="2463A6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/>
              <a:t>Native rectangle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24021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2026-09-08T18:12:22Z</dcterms:created>
  <dcterms:modified xsi:type="dcterms:W3CDTF">2026-09-08T18:12:31Z</dcterms:modified>
</cp:coreProperties>
</file>