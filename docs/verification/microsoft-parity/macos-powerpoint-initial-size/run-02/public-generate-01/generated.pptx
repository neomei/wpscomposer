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C42B6F-304D-CBDE-EBF3-9C93B7C9D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746C36-51B3-38F3-AC16-AF2943E9CE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A8200D-58EA-4332-0F44-AC7334468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F35087-1878-1319-9CC9-72D9757C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91129-00E5-6C64-EC04-43AB83626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271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2B3E2-22D0-6DCE-9EA1-618BF888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931191-DA97-66CF-D2DE-0D8FB3C2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64EE4-3C42-8710-1F70-76966D7B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0E675A-92A6-F396-F688-A0288B46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180095-671D-BAD7-4CE2-C05EE4A5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106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61D2F-7AF9-0024-E9BB-82D61C9E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A6A734-857D-6F20-2E2F-98E144E6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4BD51-C9AD-53E6-ACD5-84A90E432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1E2B6-E8D5-C937-C6A5-718D7827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BE1CE-65BC-6A31-070C-8C8C16BC6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701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8F92-C316-8107-2250-C0F06BF8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7A94B-CA0C-AD82-4936-FF9D50E95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83320A-C44D-8772-6B55-2817191A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553F34-8030-642F-3B25-B260BF03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6FB094-9A9E-2A36-136C-3EB47E023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F37749-FDBC-D40C-9395-D93AD18E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675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7199D-9DEA-664D-A086-C236BAB0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173BD9-A4F3-483A-B826-CAE9CF1A7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337864-E6A7-4256-FEF5-D5FF1896E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35BCEF-EAD5-2750-FD13-873F7CB03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3DD750-0A30-1C91-710B-30106D180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F12F3B-CB29-0139-22B9-3A468BF1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5F62E5-110C-E2EF-CEA8-1B0315FE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444CA9-F262-5E91-D34F-6A930E7E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7265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4DB3B-A3A1-4299-FBEC-A5848BD7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A867E3-5E8D-1CFD-1F4F-604C5E12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8BF231-2550-EB8A-7157-7D587111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29EA6A-29B7-89C3-6E8E-44C68B49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48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97A748-FDB1-83BB-6628-31257C378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FF165B-ABE9-8B61-CC29-4621E59D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8F54D9-D1C9-77B5-3CE8-F72C4938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84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D2528-58E0-F041-0438-57415FCA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E5A3FD-3B3C-523C-5A7A-A65173A67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D975E8-42A0-BD45-28A9-E3D445548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4427F4-A97D-973E-4361-55EF2049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D6437B-8497-6291-149C-472B31EC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3F9F9C-31C9-FE1C-FF14-D0CFED8A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8875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D580D-C164-D369-48F6-7459131D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71698B-52A9-08B7-711E-177A89772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0C9002-E728-627E-FF44-8662D6208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D61099-9047-5093-AD3A-8D4B17842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1724F7-044A-F45D-F902-00673A5B9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3D15CA-7744-3DFF-FD42-F913F970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107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34E01-9A2C-3D02-8A7D-45B267402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089488-5BB6-C4F7-E9B9-BDE73BC91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1547CB-8972-D81F-5B22-C5DAAF13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3B75AD-EADC-ACE2-508D-428991B7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5B656B-3F86-7DC5-DAF6-C0B22D66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68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46317F-EE3F-772F-8A62-6499A9A7D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F514B9-0B06-EBEC-6F15-586D7DA39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C92947-A1D1-5C1E-567E-1E8E4784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602DB-97F4-64FF-B912-7F025ED8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6DC0DD-F597-048D-1A27-0A6F3FA89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8337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C97E3-E29B-70C0-F92F-8C57C322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7033CC-5684-987F-4A1C-39B37E2FF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D572F9-6FB8-39C3-23E7-BB9F40E8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16B61-C4EE-1F60-8733-C9250653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1B094-2163-3FB7-4F56-4C127B17C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2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3A3059-EF07-F366-EA17-BCD241224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F6278F-4FA4-F6E4-0251-E84909F74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C5EC98-987D-EA27-128D-FD9AA16AC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908F9-CE83-1343-94B3-714D8A12CC4A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A8B8D-A3F3-2764-1116-3E6AF5D2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5EB4B-277F-4786-3964-AD715E5E7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0BAE-5003-884C-BEB4-953D00A03E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291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A17BAFD-2C72-77D5-002C-B160F2660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>
                <a:solidFill>
                  <a:srgbClr val="1A1A1A"/>
                </a:solidFill>
              </a:rPr>
              <a:t>Public generate default</a:t>
            </a:r>
            <a:endParaRPr kumimoji="1" lang="zh-CN" altLang="en-US" sz="4000">
              <a:solidFill>
                <a:srgbClr val="1A1A1A"/>
              </a:solidFill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5F52569-C257-F06F-C446-80BF9CC5F7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8093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1075C55-E8E2-C42A-3F78-E9C3CF96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2800">
                <a:solidFill>
                  <a:srgbClr val="1A1A1A"/>
                </a:solidFill>
              </a:rPr>
              <a:t>Body</a:t>
            </a:r>
            <a:endParaRPr kumimoji="1" lang="zh-CN" altLang="en-US" sz="2800">
              <a:solidFill>
                <a:srgbClr val="1A1A1A"/>
              </a:solidFill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4035E4-E13D-9CB5-E087-9659742F2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1A1A1A"/>
                </a:solidFill>
              </a:rPr>
              <a:t>Generated through native PowerPoint.</a:t>
            </a:r>
            <a:endParaRPr kumimoji="1" lang="zh-CN" altLang="en-US" sz="18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83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自定义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generate default</vt:lpstr>
      <vt:lpstr>Body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2026-09-08T18:12:40Z</dcterms:created>
  <dcterms:modified xsi:type="dcterms:W3CDTF">2026-09-08T18:12:40Z</dcterms:modified>
</cp:coreProperties>
</file>