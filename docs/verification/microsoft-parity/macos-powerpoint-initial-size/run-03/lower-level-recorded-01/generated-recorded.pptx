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143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7F25C-C436-059A-6468-809BC75A2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841772"/>
            <a:ext cx="6858000" cy="1790700"/>
          </a:xfrm>
        </p:spPr>
        <p:txBody>
          <a:bodyPr anchor="b"/>
          <a:lstStyle>
            <a:lvl1pPr algn="ctr"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810F0AA-350E-7E2F-1B72-DF02F0E2A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2" y="2701529"/>
            <a:ext cx="6858000" cy="1241822"/>
          </a:xfrm>
        </p:spPr>
        <p:txBody>
          <a:bodyPr/>
          <a:lstStyle>
            <a:lvl1pPr marL="0" indent="0" algn="ctr">
              <a:buNone/>
              <a:defRPr sz="1801"/>
            </a:lvl1pPr>
            <a:lvl2pPr marL="342904" indent="0" algn="ctr">
              <a:buNone/>
              <a:defRPr sz="1501"/>
            </a:lvl2pPr>
            <a:lvl3pPr marL="685810" indent="0" algn="ctr">
              <a:buNone/>
              <a:defRPr sz="1352"/>
            </a:lvl3pPr>
            <a:lvl4pPr marL="1028714" indent="0" algn="ctr">
              <a:buNone/>
              <a:defRPr sz="1200"/>
            </a:lvl4pPr>
            <a:lvl5pPr marL="1371617" indent="0" algn="ctr">
              <a:buNone/>
              <a:defRPr sz="1200"/>
            </a:lvl5pPr>
            <a:lvl6pPr marL="1714521" indent="0" algn="ctr">
              <a:buNone/>
              <a:defRPr sz="1200"/>
            </a:lvl6pPr>
            <a:lvl7pPr marL="2057426" indent="0" algn="ctr">
              <a:buNone/>
              <a:defRPr sz="1200"/>
            </a:lvl7pPr>
            <a:lvl8pPr marL="2400331" indent="0" algn="ctr">
              <a:buNone/>
              <a:defRPr sz="1200"/>
            </a:lvl8pPr>
            <a:lvl9pPr marL="2743235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AB53D0-55C8-8384-3323-C8E2D57B2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3056-FA0B-4C4E-AE6F-EC12C9F813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AA1E68-9F87-71DA-17C6-7037F20FD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6D1B19-632D-4FA9-7AAA-B03AF78F3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0D70-A857-9049-9258-ACBA012452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9783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C5FD9-E636-77DC-37F2-385BFFD6E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818A77-8A7D-5EB1-C6A5-9D3AEDCD6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E33A2B-B178-3020-CF57-8A42DAB1F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3056-FA0B-4C4E-AE6F-EC12C9F813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44C36A-2E0B-AC77-B52B-B3205DEFD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06BEC2-AFB3-4C33-6CAF-9A365566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0D70-A857-9049-9258-ACBA012452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6598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66129D-C343-6AD7-D999-B8DE8A1D4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1282305"/>
            <a:ext cx="7886701" cy="2139553"/>
          </a:xfrm>
        </p:spPr>
        <p:txBody>
          <a:bodyPr anchor="b"/>
          <a:lstStyle>
            <a:lvl1pPr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9D978B-7B19-3F47-618F-8924E02A6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9" y="3442098"/>
            <a:ext cx="7886701" cy="1125140"/>
          </a:xfrm>
        </p:spPr>
        <p:txBody>
          <a:bodyPr/>
          <a:lstStyle>
            <a:lvl1pPr marL="0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1pPr>
            <a:lvl2pPr marL="342904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5810" indent="0">
              <a:buNone/>
              <a:defRPr sz="1352">
                <a:solidFill>
                  <a:schemeClr val="tx1">
                    <a:tint val="75000"/>
                  </a:schemeClr>
                </a:solidFill>
              </a:defRPr>
            </a:lvl3pPr>
            <a:lvl4pPr marL="10287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1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2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641FAF-9C3E-8D4F-E248-CE26F5AB3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3056-FA0B-4C4E-AE6F-EC12C9F813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3E85CD-92C5-DDA7-3CD0-6CF2001A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238830-E094-B484-6416-C8D77AAA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0D70-A857-9049-9258-ACBA012452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0931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B02594-D45B-AA73-5CA7-0F8D8D579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81689D-8116-CF97-ECF6-56034D1ECA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239B5E-91F3-A060-5589-AFA055E74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E698F0-2CDF-7C83-2A0D-93D36A053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3056-FA0B-4C4E-AE6F-EC12C9F813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73E225-B82C-D604-47C1-71296D843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C0D8F9-E1A9-E2EF-93E8-E2B22A17C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0D70-A857-9049-9258-ACBA012452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6990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A87F7-883F-67F3-6BEA-83E860C34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3" y="273844"/>
            <a:ext cx="7886701" cy="99417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A6F067-C01B-630D-C84B-DDC311224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1BB83F-199F-07A4-BF62-DBC79357F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71424FA-2587-0620-D988-4EBE1C8BBA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4" y="1260872"/>
            <a:ext cx="388739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1FD406-A205-7E59-91F7-5F7C994B4F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4" y="1878807"/>
            <a:ext cx="388739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EDC851E-3CA2-DC84-91B1-DFB207ED9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3056-FA0B-4C4E-AE6F-EC12C9F813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79D7375-54E0-6679-95DF-B186FBD67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80FE3B2-AF43-BDAB-6486-6BBFB20C3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0D70-A857-9049-9258-ACBA012452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0025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12EDE9-4601-2D31-9DCE-3C00659D5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39AF91-6AE7-5536-8D2C-27395387B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3056-FA0B-4C4E-AE6F-EC12C9F813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01551F-C5E1-D93C-4F4C-3F4231047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CBAF2F-0FE1-C766-1164-7AF65EFF9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0D70-A857-9049-9258-ACBA012452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1039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335490F-2FD7-CDEB-82A9-EA4B490DF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3056-FA0B-4C4E-AE6F-EC12C9F813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FF9AF8-5944-7634-E903-BAFBC905B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329061-C0D9-F482-52ED-3EC5FA9C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0D70-A857-9049-9258-ACBA012452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6068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603953-18CB-6D67-8A36-23F52E610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CC1E76-BD46-598B-54C2-16F1A1D0C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099"/>
            </a:lvl2pPr>
            <a:lvl3pPr>
              <a:defRPr sz="1801"/>
            </a:lvl3pPr>
            <a:lvl4pPr>
              <a:defRPr sz="1501"/>
            </a:lvl4pPr>
            <a:lvl5pPr>
              <a:defRPr sz="1501"/>
            </a:lvl5pPr>
            <a:lvl6pPr>
              <a:defRPr sz="1501"/>
            </a:lvl6pPr>
            <a:lvl7pPr>
              <a:defRPr sz="1501"/>
            </a:lvl7pPr>
            <a:lvl8pPr>
              <a:defRPr sz="1501"/>
            </a:lvl8pPr>
            <a:lvl9pPr>
              <a:defRPr sz="150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7110A7-66B3-88F1-9116-4E5971A0A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FEAD0A-5010-549C-3D9B-97FD6009F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3056-FA0B-4C4E-AE6F-EC12C9F813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EE348A-9B8F-14C4-8B50-0F2083C1F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D5C0C9-0FEE-9F87-67C3-F31D9A22E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0D70-A857-9049-9258-ACBA012452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513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52B69D-4ACA-BA71-8ECF-8F9FF0D6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26D14C-665E-B8C7-DE46-25F671290A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4" indent="0">
              <a:buNone/>
              <a:defRPr sz="2099"/>
            </a:lvl2pPr>
            <a:lvl3pPr marL="685810" indent="0">
              <a:buNone/>
              <a:defRPr sz="1801"/>
            </a:lvl3pPr>
            <a:lvl4pPr marL="1028714" indent="0">
              <a:buNone/>
              <a:defRPr sz="1501"/>
            </a:lvl4pPr>
            <a:lvl5pPr marL="1371617" indent="0">
              <a:buNone/>
              <a:defRPr sz="1501"/>
            </a:lvl5pPr>
            <a:lvl6pPr marL="1714521" indent="0">
              <a:buNone/>
              <a:defRPr sz="1501"/>
            </a:lvl6pPr>
            <a:lvl7pPr marL="2057426" indent="0">
              <a:buNone/>
              <a:defRPr sz="1501"/>
            </a:lvl7pPr>
            <a:lvl8pPr marL="2400331" indent="0">
              <a:buNone/>
              <a:defRPr sz="1501"/>
            </a:lvl8pPr>
            <a:lvl9pPr marL="2743235" indent="0">
              <a:buNone/>
              <a:defRPr sz="1501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17E004-C23E-ADD7-8332-48AFCE138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4A28A8-FEF6-86D1-7C2E-BE3CD96AB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3056-FA0B-4C4E-AE6F-EC12C9F813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C07FA4-EF75-612A-6E16-7448FD947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498128-1588-B19D-8B03-21B6873BD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0D70-A857-9049-9258-ACBA012452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7296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20ABBE-7D61-B790-DC28-350195EA4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2D5696-E016-5B66-8BA7-EB8D91E67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CA717C-897E-5515-9DFF-E3B873444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3056-FA0B-4C4E-AE6F-EC12C9F813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3F7FB5-4C6C-3B4C-3A04-437600C56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34EA4-05E4-2FFF-3386-0A385836D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0D70-A857-9049-9258-ACBA012452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929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C62785D-C5DE-E0D9-BD4D-8728717005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FBE9E7-2EE6-CCFC-A392-0985EFD90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49" y="273844"/>
            <a:ext cx="5800725" cy="435887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654DA6-C707-4762-5065-F6690B104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3056-FA0B-4C4E-AE6F-EC12C9F813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8DAA45-7F16-A53C-E393-0AE2D79E5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1F4D1A-1E34-4BE3-7A5F-794BC6458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0D70-A857-9049-9258-ACBA012452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0000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9348CFF-6D18-FC94-6860-B67AC13C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2" y="273844"/>
            <a:ext cx="7886701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0E5704-DEF8-D006-2A04-1427BC5EA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2" y="1369219"/>
            <a:ext cx="7886701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48ACC1-64FF-F332-1EAC-5FD9C0619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03056-FA0B-4C4E-AE6F-EC12C9F813F3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1F44F4-AE3C-8F2E-DBB9-F2E109FD7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3" y="4767264"/>
            <a:ext cx="30860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831538-5A16-277C-D407-DE71709DF2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A0D70-A857-9049-9258-ACBA012452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630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10" rtl="0" eaLnBrk="1" latinLnBrk="0" hangingPunct="1">
        <a:lnSpc>
          <a:spcPct val="90000"/>
        </a:lnSpc>
        <a:spcBef>
          <a:spcPct val="0"/>
        </a:spcBef>
        <a:buNone/>
        <a:defRPr sz="32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3" indent="-171453" algn="l" defTabSz="68581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1435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857262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3pPr>
      <a:lvl4pPr marL="1200166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543070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885974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228879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571783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91468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1pPr>
      <a:lvl2pPr marL="34290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2pPr>
      <a:lvl3pPr marL="68581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371617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71452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057426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40033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743235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9545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2026-09-08T18:16:52Z</dcterms:created>
  <dcterms:modified xsi:type="dcterms:W3CDTF">2026-09-08T18:16:53Z</dcterms:modified>
</cp:coreProperties>
</file>