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550FE-F17E-A047-876D-B093CE99DE0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061A0-3D2C-8345-A7B4-3D1FFB65C7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385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061A0-3D2C-8345-A7B4-3D1FFB65C7F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83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A1B41-C9F7-E2C0-0F5A-DB11C3B93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841772"/>
            <a:ext cx="6858000" cy="1790700"/>
          </a:xfrm>
        </p:spPr>
        <p:txBody>
          <a:bodyPr anchor="b"/>
          <a:lstStyle>
            <a:lvl1pPr algn="ctr"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510B00-32F5-919B-96AA-686EE6B40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2" y="2701529"/>
            <a:ext cx="6858000" cy="1241822"/>
          </a:xfrm>
        </p:spPr>
        <p:txBody>
          <a:bodyPr/>
          <a:lstStyle>
            <a:lvl1pPr marL="0" indent="0" algn="ctr">
              <a:buNone/>
              <a:defRPr sz="1801"/>
            </a:lvl1pPr>
            <a:lvl2pPr marL="342904" indent="0" algn="ctr">
              <a:buNone/>
              <a:defRPr sz="1501"/>
            </a:lvl2pPr>
            <a:lvl3pPr marL="685810" indent="0" algn="ctr">
              <a:buNone/>
              <a:defRPr sz="1352"/>
            </a:lvl3pPr>
            <a:lvl4pPr marL="1028714" indent="0" algn="ctr">
              <a:buNone/>
              <a:defRPr sz="1200"/>
            </a:lvl4pPr>
            <a:lvl5pPr marL="1371617" indent="0" algn="ctr">
              <a:buNone/>
              <a:defRPr sz="1200"/>
            </a:lvl5pPr>
            <a:lvl6pPr marL="1714521" indent="0" algn="ctr">
              <a:buNone/>
              <a:defRPr sz="1200"/>
            </a:lvl6pPr>
            <a:lvl7pPr marL="2057426" indent="0" algn="ctr">
              <a:buNone/>
              <a:defRPr sz="1200"/>
            </a:lvl7pPr>
            <a:lvl8pPr marL="2400331" indent="0" algn="ctr">
              <a:buNone/>
              <a:defRPr sz="1200"/>
            </a:lvl8pPr>
            <a:lvl9pPr marL="2743235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AFF59-AADF-3324-B3DA-B6A8A0E0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D26E00-3C62-FFAC-C8CE-487B894B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1D71C-937E-1DC9-839C-D00E6DAD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205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C6D7DB-52C4-A97B-6114-D65BE0EEA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220B4E-16CE-9A94-4192-0464B3D5E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E0E642-C766-8FCE-036A-8DC040E0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8A7917-2D5B-A72C-D736-1A6767AE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F18C4-935D-C608-1CA2-992CD7B78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791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3796C-05A7-E8CE-5E6A-1B61C65A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1282305"/>
            <a:ext cx="7886701" cy="2139553"/>
          </a:xfrm>
        </p:spPr>
        <p:txBody>
          <a:bodyPr anchor="b"/>
          <a:lstStyle>
            <a:lvl1pPr>
              <a:defRPr sz="4499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E8EF34-B4D3-2CFC-7AAF-213B96057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1" cy="1125140"/>
          </a:xfrm>
        </p:spPr>
        <p:txBody>
          <a:bodyPr/>
          <a:lstStyle>
            <a:lvl1pPr marL="0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1">
                <a:solidFill>
                  <a:schemeClr val="tx1">
                    <a:tint val="75000"/>
                  </a:schemeClr>
                </a:solidFill>
              </a:defRPr>
            </a:lvl2pPr>
            <a:lvl3pPr marL="685810" indent="0">
              <a:buNone/>
              <a:defRPr sz="1352">
                <a:solidFill>
                  <a:schemeClr val="tx1">
                    <a:tint val="75000"/>
                  </a:schemeClr>
                </a:solidFill>
              </a:defRPr>
            </a:lvl3pPr>
            <a:lvl4pPr marL="102871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2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112F8-CA26-C1CC-48B8-05BFC7A8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B00B48-03D8-CCD7-D7B3-8FE647F9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64DEB4-CE80-DEB5-FEF6-9A3E6066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333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CEB26-137A-C528-91E6-878490B7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3BE302-C319-63B9-F37A-BDAFF966F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9B0FE8-956B-D951-9FD4-03C621D9B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1" cy="326350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6A032-2E14-EE6F-9336-53C4BA455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EBD46F-C2D5-1EB9-C7A0-C4A93FFF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263843-DFDF-2DCB-F9DD-07B4DB60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890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9B975-190B-3CF4-7E44-0D5BC3E9D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3" y="273844"/>
            <a:ext cx="7886701" cy="99417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A3628F-580C-09C3-5068-DC48F08B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1FBEE0-C451-B443-3DFE-CC56D2CEE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559333-AC4C-B241-A9EE-E3D47DB8B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4" y="1260872"/>
            <a:ext cx="3887390" cy="617934"/>
          </a:xfrm>
        </p:spPr>
        <p:txBody>
          <a:bodyPr anchor="b"/>
          <a:lstStyle>
            <a:lvl1pPr marL="0" indent="0">
              <a:buNone/>
              <a:defRPr sz="1801" b="1"/>
            </a:lvl1pPr>
            <a:lvl2pPr marL="342904" indent="0">
              <a:buNone/>
              <a:defRPr sz="1501" b="1"/>
            </a:lvl2pPr>
            <a:lvl3pPr marL="685810" indent="0">
              <a:buNone/>
              <a:defRPr sz="1352" b="1"/>
            </a:lvl3pPr>
            <a:lvl4pPr marL="1028714" indent="0">
              <a:buNone/>
              <a:defRPr sz="1200" b="1"/>
            </a:lvl4pPr>
            <a:lvl5pPr marL="1371617" indent="0">
              <a:buNone/>
              <a:defRPr sz="1200" b="1"/>
            </a:lvl5pPr>
            <a:lvl6pPr marL="1714521" indent="0">
              <a:buNone/>
              <a:defRPr sz="1200" b="1"/>
            </a:lvl6pPr>
            <a:lvl7pPr marL="2057426" indent="0">
              <a:buNone/>
              <a:defRPr sz="1200" b="1"/>
            </a:lvl7pPr>
            <a:lvl8pPr marL="2400331" indent="0">
              <a:buNone/>
              <a:defRPr sz="1200" b="1"/>
            </a:lvl8pPr>
            <a:lvl9pPr marL="2743235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640ABA-AF22-9CA9-C7B8-560B24FF9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4" y="1878807"/>
            <a:ext cx="3887390" cy="2763441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994003-7A7F-00FD-3E66-9C0D11A9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4A75F-A904-E52A-0130-E14BDB3F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2688A2-8628-4427-7586-4080B3A3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836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DD16D-5C41-122B-9094-1547192E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51B6D6-82FE-37FB-4571-CE1A5E82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755E7B-8D00-FC83-1879-01196ABE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B7023-218A-047E-F532-EA46FEF0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48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553133-AA91-49C6-3ECE-507CAE8C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7069E0-8552-CC29-1021-24922867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C5472B-638C-8A58-42AD-76272D71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20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34711-462B-AAB5-31DB-7A70D4F3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0B20CA-B554-8D6E-1AE4-9D72B9D5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99"/>
            </a:lvl2pPr>
            <a:lvl3pPr>
              <a:defRPr sz="1801"/>
            </a:lvl3pPr>
            <a:lvl4pPr>
              <a:defRPr sz="1501"/>
            </a:lvl4pPr>
            <a:lvl5pPr>
              <a:defRPr sz="1501"/>
            </a:lvl5pPr>
            <a:lvl6pPr>
              <a:defRPr sz="1501"/>
            </a:lvl6pPr>
            <a:lvl7pPr>
              <a:defRPr sz="1501"/>
            </a:lvl7pPr>
            <a:lvl8pPr>
              <a:defRPr sz="1501"/>
            </a:lvl8pPr>
            <a:lvl9pPr>
              <a:defRPr sz="150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1EA998-0159-B4B8-3FB9-49E86704C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E7435E-4DD3-D78C-A731-95054A0C6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D612C8-0F1B-35E6-B299-FF6ABCB9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A2CB6E-FCA2-37ED-6506-72D6D5E4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061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DB882-751B-DD68-AECA-EDD5B7C9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2" y="342900"/>
            <a:ext cx="2949177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66C90C-905E-A78F-90A4-99476103A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3" y="740570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099"/>
            </a:lvl2pPr>
            <a:lvl3pPr marL="685810" indent="0">
              <a:buNone/>
              <a:defRPr sz="1801"/>
            </a:lvl3pPr>
            <a:lvl4pPr marL="1028714" indent="0">
              <a:buNone/>
              <a:defRPr sz="1501"/>
            </a:lvl4pPr>
            <a:lvl5pPr marL="1371617" indent="0">
              <a:buNone/>
              <a:defRPr sz="1501"/>
            </a:lvl5pPr>
            <a:lvl6pPr marL="1714521" indent="0">
              <a:buNone/>
              <a:defRPr sz="1501"/>
            </a:lvl6pPr>
            <a:lvl7pPr marL="2057426" indent="0">
              <a:buNone/>
              <a:defRPr sz="1501"/>
            </a:lvl7pPr>
            <a:lvl8pPr marL="2400331" indent="0">
              <a:buNone/>
              <a:defRPr sz="1501"/>
            </a:lvl8pPr>
            <a:lvl9pPr marL="2743235" indent="0">
              <a:buNone/>
              <a:defRPr sz="1501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10DF3E-838D-7A59-2811-379B0C389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1"/>
            </a:lvl2pPr>
            <a:lvl3pPr marL="685810" indent="0">
              <a:buNone/>
              <a:defRPr sz="899"/>
            </a:lvl3pPr>
            <a:lvl4pPr marL="1028714" indent="0">
              <a:buNone/>
              <a:defRPr sz="750"/>
            </a:lvl4pPr>
            <a:lvl5pPr marL="1371617" indent="0">
              <a:buNone/>
              <a:defRPr sz="750"/>
            </a:lvl5pPr>
            <a:lvl6pPr marL="1714521" indent="0">
              <a:buNone/>
              <a:defRPr sz="750"/>
            </a:lvl6pPr>
            <a:lvl7pPr marL="2057426" indent="0">
              <a:buNone/>
              <a:defRPr sz="750"/>
            </a:lvl7pPr>
            <a:lvl8pPr marL="2400331" indent="0">
              <a:buNone/>
              <a:defRPr sz="750"/>
            </a:lvl8pPr>
            <a:lvl9pPr marL="2743235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39AFA2-2320-C5F9-50D8-209B939A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607C51-59DF-1B15-CB75-FEE7421AD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A67093-86B6-DB29-92E6-A2F1A9E8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402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2A3BD-3D08-C63C-077D-DE6B62E8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58BA12-0483-64D6-5C7D-EF1A8A4CF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D7E2E-DA70-CC76-3A7C-170B9B91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565A4-FD3D-2EDD-CD3F-43278E7F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4D3847-B50A-8E9B-C9EE-391D3C90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677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BD3B2B-CA85-090F-D583-9C1FE9DA2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673DC2-3B2F-7F8B-EF25-D08622CE2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49" y="273844"/>
            <a:ext cx="5800725" cy="435887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3A790-0F48-C2B0-F4B1-42AA3FA2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EA5181-7084-C3EC-3388-AEC92E84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D688B7-FF82-58D4-B2EC-22404E9D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081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A553FD-29D9-AD90-081D-18B0F49A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273844"/>
            <a:ext cx="7886701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866A71-E9B3-92AB-C9DF-61435BCAE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2" y="1369219"/>
            <a:ext cx="7886701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245EB4-6735-8477-FDAB-2384CE083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5ACDC-AE3C-D644-AC87-8DADA14F820F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23882-B41E-87AB-A5E2-08BAC1EA3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3" y="4767264"/>
            <a:ext cx="30860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C4078-3869-3463-3CFD-43D696326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9F116-D84E-844B-85F5-00F95FDA2F4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320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10" rtl="0" eaLnBrk="1" latinLnBrk="0" hangingPunct="1">
        <a:lnSpc>
          <a:spcPct val="90000"/>
        </a:lnSpc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1435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857262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6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0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4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9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571783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7" indent="-171453" algn="l" defTabSz="68581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2pPr>
      <a:lvl3pPr marL="685810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4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7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6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7pPr>
      <a:lvl8pPr marL="2400331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5" algn="l" defTabSz="685810" rtl="0" eaLnBrk="1" latinLnBrk="0" hangingPunct="1">
        <a:defRPr sz="13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9eaca166f49742969dbee20691bd345b">
            <a:extLst>
              <a:ext uri="{FF2B5EF4-FFF2-40B4-BE49-F238E27FC236}">
                <a16:creationId xmlns:a16="http://schemas.microsoft.com/office/drawing/2014/main" id="{DD7BE83C-0E8C-C3D3-7466-455CEFDABC89}"/>
              </a:ext>
            </a:extLst>
          </p:cNvPr>
          <p:cNvSpPr txBox="1"/>
          <p:nvPr/>
        </p:nvSpPr>
        <p:spPr>
          <a:xfrm>
            <a:off x="381000" y="3810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noAutofit/>
          </a:bodyPr>
          <a:lstStyle/>
          <a:p>
            <a:r>
              <a:rPr kumimoji="1" lang="en" altLang="zh-CN"/>
              <a:t>Public create 720 x 405</a:t>
            </a:r>
            <a:endParaRPr kumimoji="1" lang="zh-CN" altLang="en-US"/>
          </a:p>
        </p:txBody>
      </p:sp>
      <p:sp>
        <p:nvSpPr>
          <p:cNvPr id="3" name="wpscomposer-0e68fee60cc5476696b07cdc13a476aa">
            <a:extLst>
              <a:ext uri="{FF2B5EF4-FFF2-40B4-BE49-F238E27FC236}">
                <a16:creationId xmlns:a16="http://schemas.microsoft.com/office/drawing/2014/main" id="{29F22B8D-BB0D-EA0C-1E33-3FDE3A3857CD}"/>
              </a:ext>
            </a:extLst>
          </p:cNvPr>
          <p:cNvSpPr/>
          <p:nvPr/>
        </p:nvSpPr>
        <p:spPr>
          <a:xfrm>
            <a:off x="508000" y="1397000"/>
            <a:ext cx="2286000" cy="762000"/>
          </a:xfrm>
          <a:prstGeom prst="rect">
            <a:avLst/>
          </a:prstGeom>
          <a:solidFill>
            <a:srgbClr val="2463A6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400"/>
              <a:t>Native rectangle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9084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自定义</PresentationFormat>
  <Paragraphs>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2026-09-08T18:16:18Z</dcterms:created>
  <dcterms:modified xsi:type="dcterms:W3CDTF">2026-09-08T18:16:27Z</dcterms:modified>
</cp:coreProperties>
</file>