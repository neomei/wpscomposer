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91" d="100"/>
          <a:sy n="91" d="100"/>
        </p:scale>
        <p:origin x="3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852B6-9007-C943-9E3C-F3686444CDD4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B61F6-12A8-2141-A048-1F2140077F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9238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B61F6-12A8-2141-A048-1F2140077F4C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3822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91F9B-0DB3-F3A5-3E70-1D118BA27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938" y="1496484"/>
            <a:ext cx="3857625" cy="3183467"/>
          </a:xfrm>
        </p:spPr>
        <p:txBody>
          <a:bodyPr anchor="b"/>
          <a:lstStyle>
            <a:lvl1pPr algn="ctr">
              <a:defRPr sz="253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9EF7D5-595E-A5E2-4D04-66DF22F1C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938" y="4802718"/>
            <a:ext cx="3857625" cy="2207683"/>
          </a:xfrm>
        </p:spPr>
        <p:txBody>
          <a:bodyPr/>
          <a:lstStyle>
            <a:lvl1pPr marL="0" indent="0" algn="ctr">
              <a:buNone/>
              <a:defRPr sz="1013"/>
            </a:lvl1pPr>
            <a:lvl2pPr marL="192881" indent="0" algn="ctr">
              <a:buNone/>
              <a:defRPr sz="844"/>
            </a:lvl2pPr>
            <a:lvl3pPr marL="385763" indent="0" algn="ctr">
              <a:buNone/>
              <a:defRPr sz="760"/>
            </a:lvl3pPr>
            <a:lvl4pPr marL="578644" indent="0" algn="ctr">
              <a:buNone/>
              <a:defRPr sz="675"/>
            </a:lvl4pPr>
            <a:lvl5pPr marL="771525" indent="0" algn="ctr">
              <a:buNone/>
              <a:defRPr sz="675"/>
            </a:lvl5pPr>
            <a:lvl6pPr marL="964406" indent="0" algn="ctr">
              <a:buNone/>
              <a:defRPr sz="675"/>
            </a:lvl6pPr>
            <a:lvl7pPr marL="1157288" indent="0" algn="ctr">
              <a:buNone/>
              <a:defRPr sz="675"/>
            </a:lvl7pPr>
            <a:lvl8pPr marL="1350169" indent="0" algn="ctr">
              <a:buNone/>
              <a:defRPr sz="675"/>
            </a:lvl8pPr>
            <a:lvl9pPr marL="1543050" indent="0" algn="ctr">
              <a:buNone/>
              <a:defRPr sz="675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EAED4E-D938-F5DF-F126-D37A62FEE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8184-9847-404A-B20D-D4920C760B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CF10D7-1E17-A186-5C9E-6E5D0D3C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7605D8-DA20-5EFD-92D2-4AE37B41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83E0-0FD5-6D4A-981F-B6E413FD5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6432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179EA3-730A-CA24-9B10-4B17FE28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62107E-CCF0-9876-2958-9C2ED4C11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227FA0-B3F0-E1EB-9FFA-19A553700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8184-9847-404A-B20D-D4920C760B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75B0F5-E11A-5289-2E5A-1B995A147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B66C83-1C24-1EB5-EC29-7F5BAA53A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83E0-0FD5-6D4A-981F-B6E413FD5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5125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E2217C-C302-FA56-66CB-C720E8207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37" y="2279653"/>
            <a:ext cx="4436269" cy="3803649"/>
          </a:xfrm>
        </p:spPr>
        <p:txBody>
          <a:bodyPr anchor="b"/>
          <a:lstStyle>
            <a:lvl1pPr>
              <a:defRPr sz="253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522D1C-6CF7-7BE5-94F2-CD191B68A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937" y="6119287"/>
            <a:ext cx="4436269" cy="2000249"/>
          </a:xfrm>
        </p:spPr>
        <p:txBody>
          <a:bodyPr/>
          <a:lstStyle>
            <a:lvl1pPr marL="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1pPr>
            <a:lvl2pPr marL="192881" indent="0">
              <a:buNone/>
              <a:defRPr sz="844">
                <a:solidFill>
                  <a:schemeClr val="tx1">
                    <a:tint val="75000"/>
                  </a:schemeClr>
                </a:solidFill>
              </a:defRPr>
            </a:lvl2pPr>
            <a:lvl3pPr marL="385763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3pPr>
            <a:lvl4pPr marL="578644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5pPr>
            <a:lvl6pPr marL="964406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6pPr>
            <a:lvl7pPr marL="1157288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7pPr>
            <a:lvl8pPr marL="1350169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9E2A93-FE18-B608-E030-D28F2A30F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8184-9847-404A-B20D-D4920C760B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719DEB-B91E-6BAF-B5BA-601C415DD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E4E47F-BC39-C00E-F1B8-246789472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83E0-0FD5-6D4A-981F-B6E413FD5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7398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92D16A-C0F9-08FE-C744-33D9767A6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99F633-0181-1DEC-36D8-5B943174E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3616" y="2434167"/>
            <a:ext cx="2185988" cy="5801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4FF604-2007-6A84-50C1-9D6B5C39E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03897" y="2434167"/>
            <a:ext cx="2185988" cy="5801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AD512C-C5DD-3BD4-368E-94F0DFA3C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8184-9847-404A-B20D-D4920C760B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DAF2E6-ED79-2443-890F-6D1DF191C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CBD848-F0EA-6C39-04B6-170B6BEBB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83E0-0FD5-6D4A-981F-B6E413FD5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6793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4C6C38-D7F7-71A1-CA27-2151CD074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486835"/>
            <a:ext cx="4436269" cy="1767417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CED894-1C18-B988-8320-C03F809FC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286" y="2241552"/>
            <a:ext cx="2175941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99F436-5B9B-93CC-FA16-85E481A88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4286" y="3340100"/>
            <a:ext cx="2175941" cy="4912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CF17131-A118-EF7E-E795-34135ED10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603898" y="2241552"/>
            <a:ext cx="2186657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6048A1-1AFC-6DA3-B9FD-AC07C6D5C1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03898" y="3340100"/>
            <a:ext cx="2186657" cy="4912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183720-59BF-A05B-658D-6A590CE2A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8184-9847-404A-B20D-D4920C760B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10D971-D17F-69E8-979B-5007ADDC8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CE8C20-369D-4ECC-81AD-6539AB630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83E0-0FD5-6D4A-981F-B6E413FD5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7937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26B8A-B41B-BA38-1574-CD155B073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E9F75-4000-9A3C-E1EE-54340D9B4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8184-9847-404A-B20D-D4920C760B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78589F-1F40-F9EA-CB3A-89D8E22D0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B24930-01AB-7FC2-41C6-15B00AABA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83E0-0FD5-6D4A-981F-B6E413FD5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8039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BDA4D4-4FD0-251A-AF1F-4755C92C3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8184-9847-404A-B20D-D4920C760B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E04EB1-A1F8-42D8-45A0-E386F803D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C13519-F013-4A4A-81F5-B8912D336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83E0-0FD5-6D4A-981F-B6E413FD5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561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DE1A9-6F8C-925C-4352-8DAED3FD5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609600"/>
            <a:ext cx="1658913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54D28A-1022-1F11-D9AF-6BDC81931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6658" y="1316568"/>
            <a:ext cx="2603897" cy="6498167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1AB37F-E440-2232-9A34-2BC871225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2743201"/>
            <a:ext cx="1658913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BA7CA2-C49F-9797-4631-C011DBEC2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8184-9847-404A-B20D-D4920C760B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26EC24-7974-F516-093A-89DB07EAF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8154FF-F2C4-CAE4-ADDD-FC59D5DA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83E0-0FD5-6D4A-981F-B6E413FD5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66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CDD37E-3788-A7C7-8183-64143A58D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609600"/>
            <a:ext cx="1658913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F93527-7D72-6C59-D137-3274624F5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186658" y="1316568"/>
            <a:ext cx="2603897" cy="6498167"/>
          </a:xfrm>
        </p:spPr>
        <p:txBody>
          <a:bodyPr/>
          <a:lstStyle>
            <a:lvl1pPr marL="0" indent="0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5DA46A-0B73-2146-8C63-4A0FA0E1A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2743201"/>
            <a:ext cx="1658913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D00A9C-2C4D-1EB1-7B9D-FBD8E3591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8184-9847-404A-B20D-D4920C760B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56B2E2-ABD4-277A-984A-7540E4E91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E0003F-7D33-9521-409F-4E09D81C0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83E0-0FD5-6D4A-981F-B6E413FD5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1920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286EB-DA99-A2B2-D72A-E87D0C63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74CBAA-FE64-715B-90B5-E558B04C9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2750F8-2974-EC2F-28C9-3C05EF0B9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8184-9847-404A-B20D-D4920C760B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0FEB06-FED4-05AA-3F50-A21E56E28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34DB73-B779-824E-4ECA-0C4FBC787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83E0-0FD5-6D4A-981F-B6E413FD5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780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98913A0-22F4-80BC-1A2A-9A23649E7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680818" y="486833"/>
            <a:ext cx="1109067" cy="7749117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391988-7336-B9ED-EC88-4E16CB0AB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53616" y="486833"/>
            <a:ext cx="3262908" cy="7749117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BEB8C8-7A3A-01E9-13F7-2117ECCEA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8184-9847-404A-B20D-D4920C760B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C9E691-D030-7648-609A-C6B06586C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25D2CC-2FC7-2681-D199-9B82C63D5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83E0-0FD5-6D4A-981F-B6E413FD5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119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5A38C1-1228-5A51-4C35-4477BBE1B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16" y="486835"/>
            <a:ext cx="4436269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94A29F-293D-DE63-D8DE-6F6B827CE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3616" y="2434167"/>
            <a:ext cx="4436269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37B6C1-6A90-8A6F-EE70-5E4D672624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3615" y="8475137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948184-9847-404A-B20D-D4920C760B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CB159A-BC22-116E-3F15-A8FB0929C0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3785" y="8475137"/>
            <a:ext cx="173593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A4DE15-7BF5-6229-D1B0-931E554D1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32597" y="8475137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083E0-0FD5-6D4A-981F-B6E413FD5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275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dfe53800ff1c4c288fa9ed6f2feefb77">
            <a:extLst>
              <a:ext uri="{FF2B5EF4-FFF2-40B4-BE49-F238E27FC236}">
                <a16:creationId xmlns:a16="http://schemas.microsoft.com/office/drawing/2014/main" id="{8CB7571D-488B-F822-6C27-50FDE41307A5}"/>
              </a:ext>
            </a:extLst>
          </p:cNvPr>
          <p:cNvSpPr txBox="1"/>
          <p:nvPr/>
        </p:nvSpPr>
        <p:spPr>
          <a:xfrm>
            <a:off x="381000" y="3810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noAutofit/>
          </a:bodyPr>
          <a:lstStyle/>
          <a:p>
            <a:r>
              <a:rPr kumimoji="1" lang="en" altLang="zh-CN"/>
              <a:t>Public create 405 x 720</a:t>
            </a:r>
            <a:endParaRPr kumimoji="1" lang="zh-CN" altLang="en-US"/>
          </a:p>
        </p:txBody>
      </p:sp>
      <p:sp>
        <p:nvSpPr>
          <p:cNvPr id="3" name="wpscomposer-22c5786e39c5404e804b741c7b707c45">
            <a:extLst>
              <a:ext uri="{FF2B5EF4-FFF2-40B4-BE49-F238E27FC236}">
                <a16:creationId xmlns:a16="http://schemas.microsoft.com/office/drawing/2014/main" id="{097FF041-4754-B762-C2CD-407CCEBE21BB}"/>
              </a:ext>
            </a:extLst>
          </p:cNvPr>
          <p:cNvSpPr/>
          <p:nvPr/>
        </p:nvSpPr>
        <p:spPr>
          <a:xfrm>
            <a:off x="508000" y="1397000"/>
            <a:ext cx="2286000" cy="762000"/>
          </a:xfrm>
          <a:prstGeom prst="rect">
            <a:avLst/>
          </a:prstGeom>
          <a:solidFill>
            <a:srgbClr val="2463A6"/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400"/>
              <a:t>Native rectangle</a:t>
            </a:r>
            <a:endParaRPr kumimoji="1"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4060672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Macintosh PowerPoint</Application>
  <PresentationFormat>自定义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2026-09-08T18:16:35Z</dcterms:created>
  <dcterms:modified xsi:type="dcterms:W3CDTF">2026-09-08T18:16:43Z</dcterms:modified>
</cp:coreProperties>
</file>