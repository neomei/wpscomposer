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B2F1C-E82C-BCCB-089F-E29BEECCE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8A3507-8AEA-2AF4-7515-F96C8ADC2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A9E63-CBA7-FB76-9CFF-BC02F448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C6710-5747-B006-E2AB-6063CA77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677F48-D316-AB2E-AA96-A9725ACD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2174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72DF9-9ACF-D5A4-4393-4176205C5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1227D8-B4CC-036A-EBDC-378DF4908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C2ABAD-D7E9-82CF-EE23-97E340BC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50A4C-6CA3-EE1D-30EE-770B5E9D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40BB4F-F42D-B530-2ED0-2BF6CBF3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1201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FDD62-4F17-9D28-9B3E-6AABE767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978866-6B9E-3E59-1E72-A9EA32BB6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A177-3A3A-0477-B968-335A8197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4F2971-845D-BE27-B1E9-AEFB12E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3294D0-2B78-A99B-1460-C5EA3AC8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342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B1DFD-0048-8E94-4892-29F97124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935D77-4DDC-6E38-2362-99D1B6216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7A79E0-2E6D-F3B8-4674-C7C4D31C1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4FC155-4379-5D8E-F517-8A5EE015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C59D78-65FB-EF72-B6B8-FB21DE581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4E1CCA-3F3B-9FB3-B7A9-C324E97A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697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30680-0626-CDD1-72D6-12B301C5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F8C23B-4F59-C440-97C7-21958CA6E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3AD949-013C-00BF-EC0B-674B01405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6BA534-D49D-7754-F35F-D85B3FB2B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D14FE7-1274-8D9F-1B46-D4E477F8B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882283-F121-C50A-61DF-0505AED29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2C4A62-1BD7-5EC3-5E7B-1798CAD3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8E0A7C-9513-DEBE-8AF6-8BB91060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033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5CE6E-EDD9-05A2-63A0-303C096C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D372F8-5F34-B6B3-C14C-7EA69D0F4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BCC59E-BE45-2ED9-0C37-E122CA6C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4D6778-133D-40CA-4E60-2EE71827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954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293589-53B9-ACCD-AC83-F7BF6F43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14F995-8341-FCAD-AE15-222AF133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C5161A-DF0B-CD86-A1D3-0E430844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290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ADDB5-7E42-FA46-3802-6358223B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28E5BA-F4C2-7D4E-DA6C-19A22BC4A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E591CF-BB82-99F7-8A3D-544083031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0161D9-69FA-2785-EB2F-C56D5633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97AE47-7A47-D7C2-DB55-1F17650C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8C7E84-AF97-74C8-30F6-9B5C4AE8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815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DA4C6-AD05-BCF2-7DB1-8EFA173E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9C3C97-2DBA-45A2-24FA-7752CFE40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C92C3B-388A-4419-9592-99835E211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7BDA84-2E7B-D575-1641-0895F303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9EA52D-8C57-DF2E-9693-26C85024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D2AE24-B13A-1FFE-90CC-BB9C7FEE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520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ED953-73EF-2E8F-7331-04B89122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3C1485-53E8-81C2-6B8C-2C0895612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0DB24-7065-35F3-1FF6-2E6E9838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C93D59-9691-3BC9-E67E-A3FD91DF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87321-DA12-6CCD-239A-9922D6E6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829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08953E-43DC-162A-7C24-8FB70F58C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1770B4-3A3F-B88E-D5E2-D888287D3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2FF47-35F7-8F0D-72F2-5B2254C7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2475E-2080-ADEB-F551-4B56C6CD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105AD-376E-D903-069C-48967811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8864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00DAC-CD2C-F92C-9220-CA913E8B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745FB5-C3FE-703A-7D11-96A056E25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425C7-AE85-7EC0-17D3-DB81684E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DCAF21-E313-B90A-CA13-8C2797A0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0C7319-A075-7942-28AF-BCD09F78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868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36A633-852F-9E6C-D19D-3F2B9A68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E16A4B-303E-478E-5C9D-71365F56F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2FA1B-4098-DF0C-7718-EE75F7A66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4B387-E043-004D-B615-116674BE1CD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34A5A-0737-D085-3D81-26E8CB0C2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58A4CC-F8E5-F279-6D48-71966A1EE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37240-F62A-DE40-9AAE-BE799BA1D7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834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6BFD518-0B83-81CE-3682-F1CBCF339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solidFill>
                  <a:srgbClr val="1A1A1A"/>
                </a:solidFill>
              </a:rPr>
              <a:t>Public generate default</a:t>
            </a:r>
            <a:endParaRPr kumimoji="1" lang="zh-CN" altLang="en-US" sz="4000">
              <a:solidFill>
                <a:srgbClr val="1A1A1A"/>
              </a:solidFill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B0D78196-7063-1881-8C57-D92F1C3281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759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2F189FC-106C-1DAC-4F39-1BA46CDB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2800">
                <a:solidFill>
                  <a:srgbClr val="1A1A1A"/>
                </a:solidFill>
              </a:rPr>
              <a:t>Body</a:t>
            </a:r>
            <a:endParaRPr kumimoji="1" lang="zh-CN" altLang="en-US" sz="2800">
              <a:solidFill>
                <a:srgbClr val="1A1A1A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1394A3-AA83-240A-006A-03E9FDAD6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1A1A1A"/>
                </a:solidFill>
              </a:rPr>
              <a:t>Generated through native PowerPoint.</a:t>
            </a:r>
            <a:endParaRPr kumimoji="1" lang="zh-CN" altLang="en-US" sz="18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32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自定义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Public generate default</vt:lpstr>
      <vt:lpstr>Body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2026-09-08T18:16:56Z</dcterms:created>
  <dcterms:modified xsi:type="dcterms:W3CDTF">2026-09-08T18:16:57Z</dcterms:modified>
</cp:coreProperties>
</file>