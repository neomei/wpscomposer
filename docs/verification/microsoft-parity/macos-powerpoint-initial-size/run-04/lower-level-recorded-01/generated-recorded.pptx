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197C8-F9E9-563E-F413-D3964B8F5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88FA19-D2ED-56BD-FC53-7E2103FB9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B1F606-EE0B-E7AD-C260-0F6D26D1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BCA4F-B54E-56AB-0BDD-F1079759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A689A-924E-C4EE-9D80-6A396C65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48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575F8-2472-13CA-1B22-5E885D62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44604-4E04-680B-3CDD-A873BCB8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EAD34-A05E-6BD1-6FFF-ADC34C3B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BD1EC-DB5B-C757-9E65-646A8E24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F47C18-AD0B-08FB-3E66-7208FFE4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038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07755-61A3-4208-AE5F-51CDB165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E243-AA79-82CB-05B7-63AC68C2F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8BDF6C-03FA-061A-75A9-FDE8F418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41C9E-45E3-13CC-79AF-0219A431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E05DA-DC17-925B-72B0-203C2E4B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39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78667-D229-6BED-3E57-8060F285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B3F507-7745-66EA-819A-50ED7BEEE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3F14C6-171C-51A2-3475-35782272D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CD9FC-BA18-DE0A-B99D-71834CF3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3E4168-2B52-FACA-5E77-C55D11BE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0566BD-F0B9-A53C-CDEE-8C0C24A4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84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93A4C-9731-CBF2-1597-EC88BC44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41F02C-77E3-CA0A-DD8C-D9AFEB48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72769D-EA0A-8DD1-CC64-02A16B1BD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EAC5A5-CE86-F816-F5ED-37B0E287E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FE8864-9999-BE8A-B1F9-94EED2B49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228A46-A1CD-EF40-4E2A-58B9EB5F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2BFC1F-A681-1E16-E931-64973511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242097-CB4E-9A5B-D39A-63C63F0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253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E5079-1512-B581-8655-92CC3590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D5AD1C-7F91-1E92-0882-C4781677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1145E8-F51B-7D59-FF04-3DD484DA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4677D-8CC5-6D0A-5E46-74C72501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78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F1495F-B348-0D5D-33C2-FC62D43C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D2515D-4FCB-8267-D237-07EF4997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95C6B-C051-2524-CE1C-2BF6A16F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49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98538-BC41-FEF2-D5C2-D660119B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788E40-CC53-197E-544C-8E2ADCB5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192B97-6332-8BC2-DD56-E38E82A34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21A07B-C430-2131-048D-3D5F394B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1AF6-3AB4-225E-CEAE-C91D56F8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4033A-3CB8-6EAC-DA80-D3E5BEEA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23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4C636-27AB-8A1A-11E6-62852234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0822EE-394E-0FDD-18EF-DEB471C6E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3EE28D-CBC0-87CE-90A8-D29C777D1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0A1A26-6C8C-D06E-CE37-47A933B0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D4DB5-C404-F013-8D99-4F06B1BD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38DE8F-BA85-623F-616A-D90A4240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777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1799C-55D3-BC29-F84F-31542B60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D0F46C-C63A-190E-AA83-E50908C8B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13926-D565-644B-4FB8-F02BE968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46A8AF-067E-F25C-56DE-ADC0523E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689BB-02AE-6836-0EEA-294AC705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635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6172C1-6867-FB5D-8CD9-D9B95DA32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CA9228-E91B-F366-AC1C-55881A62B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89006-02B0-98CC-4638-2518BB92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CF30F5-C678-359E-0848-99DA95E3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A87A7-1E75-BCBE-BCFA-9F118FA0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668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3E2D9C-CAF7-8C3B-1D51-8A0DBED3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EC58C-C8A4-523A-462E-A11F1656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FBE25F-36C4-BE06-6ED7-EC1DD5E51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A63F1-9D7F-0340-BBC0-1F151F387EE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AE7CD-4CEE-FE6C-5C2A-FFF6323AC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881E28-70B2-6500-528F-FB672E0F0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78078-6BD9-F64C-9D5E-5CAEBDBE6D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043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43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2026-09-08T18:19:54Z</dcterms:created>
  <dcterms:modified xsi:type="dcterms:W3CDTF">2026-09-08T18:19:55Z</dcterms:modified>
</cp:coreProperties>
</file>