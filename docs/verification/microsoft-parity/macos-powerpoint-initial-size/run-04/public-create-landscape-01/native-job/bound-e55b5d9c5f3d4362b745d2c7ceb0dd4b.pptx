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02D1A-89CF-9045-8AC8-38FC123AD3F5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53331-AB63-9F4A-9C08-0B646D4366F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247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53331-AB63-9F4A-9C08-0B646D4366F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583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14E83-F6EC-E6FB-517A-9A86F07CB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8D8F54-063B-5336-9995-C2A76F502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9DB2-2D96-A605-46A8-55B529ED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2A9EA3-EB5C-10D1-AB5C-6C95E7A2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1E249-6CA8-C609-A246-A3E662CE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424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70903-360A-2D54-5827-2B55292D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89DF54-32EA-ADAA-83F6-CC800941A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41260E-1FB5-FD66-A011-C0D571E7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41AB9B-F691-78D0-FE2D-68697148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24A1C-9E08-9DF6-4BF7-5F6C13D6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9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4FEB1-F872-8F82-7DAE-CD09BCA52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DF413E-0B07-5604-040F-014A70671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776E3C-9955-AED6-B131-DB5F79C2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637148-7E00-F035-238C-1AB50AC4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E910DC-9298-48AA-46AF-ECEAA8A03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3071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DB35F-20F8-CAF6-B58D-44FD7E6F7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71813-525F-FB5D-0FBD-6AC582C80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B9D83D-8E4B-D1E8-228E-D894D0405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84407B-1B61-9FAE-F680-08D6D388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8598C5-CDF4-6017-97E2-79F2EAE6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0E780C-04D9-701B-1468-0B9A8A82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2950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DD00D-CE4B-58C8-64DA-9C2BC7AB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1B7642-F55D-390E-067A-E825918B4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5F0F52-6111-BE43-DBDC-238BFEE1E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EAA20D-4F68-3E0F-5860-228DA458A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DFC9EB-91E3-DC1A-C7FE-AA2C2340B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10F607-B703-0034-7BAA-0FEFEE8E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55D0BF-6832-6ABE-4838-1FE2DFCC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898F0D-F6ED-0A26-72FD-CC66484E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7742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1BA2D-41FF-7791-7A9B-6418872D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32B823-2620-230C-3CD8-B6AE540B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6EE447-E930-2C77-82F8-DBCD2E14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B27A8F-57BF-EAB5-25D5-599107C7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010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86CA4A-15B5-7227-D989-DD9F53D9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CA1A0E-77D0-719A-D1D7-9488BA88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6A9570-2DD3-B49B-C7B4-8172D8F49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6381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2318C-0B8C-3570-A62A-CA7C146C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C4F524-7F70-5D01-D204-EA4823A78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2C55A3-8A1A-1064-4539-85CEFFB30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833553-67E6-3026-EC98-72E1F1EB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4A0FED-9214-C086-D476-07F5F04C0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E816AD-B589-663C-47B6-C6AEF7AF6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672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9BD6D-6AE7-B46A-E752-E7459473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96F5BC-E29F-95E1-E987-733410DF07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A7B37B-87EC-909B-7563-BCD1A888F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2ACC07-3DE1-D555-FE27-4A0A0BFDD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96B964-3536-09F9-1A99-E305961E4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F04855-51F3-CF5B-B2B2-F8653528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744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6C134-5160-0E7B-EE22-1FB8D783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CFAA5B-9DED-CD51-ACC9-17B766CA9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9B250A-818F-7051-EFC5-531118C5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0BDF8C-9E9C-4781-C7E7-B1D39DC15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7EC562-B128-B738-CC44-0AF0729D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424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4EA4FF-95E9-548C-6897-952977858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5F340D-1CAA-0BAD-33CE-D302655B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A867B6-6DAB-028D-9104-4B7B3C97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0A16F-2BB1-64A8-4FB1-76668A9F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9D03E8-EE50-C431-B2E8-84595E84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596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43C625-BF16-3D6A-6FFE-229B729B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4857F5-2305-F6AA-1A78-D62A84F5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DD4B93-A6BC-AEEE-69DE-DFD4EC7E7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EEE51-2D9C-0445-9EB5-7192A0C9DFC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75EF1-EE4A-F60F-F4BF-5A4F36964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C1ABD1-9554-B830-2245-70C7DE4E4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1B342-9040-1143-9836-84A161A338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682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a57fe3dcab104e49817f3e19094f7269">
            <a:extLst>
              <a:ext uri="{FF2B5EF4-FFF2-40B4-BE49-F238E27FC236}">
                <a16:creationId xmlns:a16="http://schemas.microsoft.com/office/drawing/2014/main" id="{26B49357-0684-1778-EAA1-8FD84EC4B6E5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Public create 720 x 405</a:t>
            </a:r>
            <a:endParaRPr kumimoji="1" lang="zh-CN" altLang="en-US"/>
          </a:p>
        </p:txBody>
      </p:sp>
      <p:sp>
        <p:nvSpPr>
          <p:cNvPr id="3" name="wpscomposer-a23a28e1b3c547ec8f9defc8849bd7df">
            <a:extLst>
              <a:ext uri="{FF2B5EF4-FFF2-40B4-BE49-F238E27FC236}">
                <a16:creationId xmlns:a16="http://schemas.microsoft.com/office/drawing/2014/main" id="{2915B225-D147-FF09-B235-940595AF4E3C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485177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2026-09-08T18:19:14Z</dcterms:created>
  <dcterms:modified xsi:type="dcterms:W3CDTF">2026-09-08T18:19:26Z</dcterms:modified>
</cp:coreProperties>
</file>