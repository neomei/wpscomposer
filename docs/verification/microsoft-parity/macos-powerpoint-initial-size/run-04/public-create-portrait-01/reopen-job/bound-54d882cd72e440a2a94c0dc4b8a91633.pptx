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FB24A-05DE-FC45-A9BD-EC4FF92DC8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10C9D-306B-784C-83A1-9F071DB061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08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10C9D-306B-784C-83A1-9F071DB0613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3905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E1432-6368-A127-482F-31163D723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E92861-784A-685B-D4D7-9C6256A13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082AD-758F-E588-42B2-D03B8F66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267F7-7554-0542-1FF7-C4F0076A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09EA4-F351-9625-5E55-793E2AC2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9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F8A2D-58B0-E707-5286-7AEF8614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8F3570-80D4-EB64-C769-A8617B3E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299691-F40A-8CC0-959E-6899CD08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95F60-2094-5D29-55B6-6FD54CDB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C009C4-8B5F-A694-1355-C9288A0B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497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5B28E-A67F-DBC1-BB4E-B73E70E9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0CBDA8-C1B2-21E4-B30E-FE8D53A0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AC27A-0C4D-A4C9-FD07-5F6549E8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769B4-921A-8642-F79B-04531288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8AC40-57EB-E8F7-9E59-CD552AEA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886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AF0CB-997E-A405-632E-E8448DD9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64B745-760C-CE48-AAA8-4D2E95492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34CBA4-CF1E-A3D3-18BB-5A3C109DC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C19678-5BE8-098E-EDE7-DFB6C103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D1014C-7399-56E1-BE0E-63756FB6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FEA153-36FC-30DB-C6FD-E375EAB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358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12740-23B9-2C2D-DBB9-E9A36C88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955F7F-2B0A-F645-3BE0-58D4B7A49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71DB36-8742-FB39-25DB-6E7AE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C73F5E-FA6E-7D3E-91C6-8661FBE1E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9176CD-1598-EF31-FA93-7FAD09D1D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D25D06-42D7-BFA0-71AE-EE5887B7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2C5A7E-F922-3D98-EFF5-023C3BDF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716FB4-CDAB-03F5-4D98-6347EDF9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463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3D3ED-A73B-C36C-48EF-7D731595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F9CBF6-5A75-79AC-8F7C-7001870F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348243-35AF-AA0D-5151-13DE965C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683BF0-2ECD-BE23-7E37-F3D50757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597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55F204-F170-432E-DDEA-98ECF8BA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8245FD-32DB-E4F0-510B-F5276ADC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FF6D3-B726-33E0-A89E-B39AAE76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434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00588-E032-09F2-817B-91EDBE47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291DD0-4CD0-8DB1-BFE7-5E05BB904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AB2ED0-2264-9144-1754-9BFB155BE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828BB3-E2FC-8E67-174C-F1F9EB52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22299-E0BF-CFF6-101C-70405D5E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FF7A19-6977-6B17-F96C-2D63D090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814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D2567-7A43-C15F-1C04-6AA5AA9D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2C6435-3441-640B-1AA9-D20A4E86A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301A82-23C8-B86E-4EE6-4D1B29E68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EBF693-C219-2A70-61F5-0F837896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226688-F40B-87A2-67DE-2AB4D13F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E848D-8A07-2357-FE9F-65C5F310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70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7DB15-9E9A-6C61-D036-0AB6C275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F23CC-5B8A-07D7-D13D-ABD2DC788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BFC46-F11D-747F-3319-BE7CB5FE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504A8-125A-4094-FD50-A70B42D7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B8331-0ED5-CE64-F045-209AB7B3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226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E11499-BF49-8568-415C-B8FFD3DD5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7500D8-1FE2-90D2-E1BE-3EB006EF2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69F349-38F4-24D8-9A27-7CB61E18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1CA47-D82C-4165-F023-A5D023FC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3ADF9-4BF9-9AA9-0121-B910F040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66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804DD7-CA60-56EF-91C6-8CE91F35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58FE53-DEDB-EE2E-DE2F-283F6E7C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99676-36BD-2716-A663-DEA141D64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3D490-CDB1-BC40-A926-1DFBEB5D42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E889A-AC7C-DCD4-4B69-DC057D8C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DFCF5E-A8DC-52BE-9FB4-174EEC928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36D58-93B5-AE4E-BD44-526BE632E3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398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2178f2ad074b4de3a7ee52bca4627db6">
            <a:extLst>
              <a:ext uri="{FF2B5EF4-FFF2-40B4-BE49-F238E27FC236}">
                <a16:creationId xmlns:a16="http://schemas.microsoft.com/office/drawing/2014/main" id="{0B789C5D-B864-D928-15E0-E1C8A0108382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405 x 720</a:t>
            </a:r>
            <a:endParaRPr kumimoji="1" lang="zh-CN" altLang="en-US"/>
          </a:p>
        </p:txBody>
      </p:sp>
      <p:sp>
        <p:nvSpPr>
          <p:cNvPr id="3" name="wpscomposer-fc8caa616bea42cfb5adfd07ff62151f">
            <a:extLst>
              <a:ext uri="{FF2B5EF4-FFF2-40B4-BE49-F238E27FC236}">
                <a16:creationId xmlns:a16="http://schemas.microsoft.com/office/drawing/2014/main" id="{E7BD6F2A-EDB3-1EA8-12F4-BB69B2B1303E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0003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2026-09-08T18:19:34Z</dcterms:created>
  <dcterms:modified xsi:type="dcterms:W3CDTF">2026-09-08T18:19:46Z</dcterms:modified>
</cp:coreProperties>
</file>