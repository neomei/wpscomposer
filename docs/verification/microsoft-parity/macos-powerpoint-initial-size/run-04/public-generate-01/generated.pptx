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B3762-AAFE-5EE0-01A7-CC16752B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39CBDB-290F-B41E-22C8-93AEBB308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869891-FC91-5FE5-7744-D5FE4FFF2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04D27F-C6AB-F265-C935-2DE26F8A7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4A3AD-9A6B-083F-4D99-57B913CE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684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C06F1A-D390-2409-A929-5C843AED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5324EA-6690-1CAD-B3A6-BA8573E63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D791CC-B56E-5B31-9596-1207447B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8B4A8-DB79-C1FA-4E84-2ECF1ECE0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94D2D-82C9-7D1C-9C24-B1D3DD8C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40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35B78-CC38-7621-17E2-89DABAE4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8231BA-DACB-27F3-E6C3-663029A5E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BA49A-23B8-2D43-B202-33154A12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BA45A-8729-5354-D9BB-F264855F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253FCD-F173-6761-24B2-989BFF438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491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A470C-9D59-4D83-990A-B3C2F8820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CC518D-9CC5-3569-607F-0B71BC969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25F17B-50E8-67A5-4833-3994E1CA2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BDFD2B-7437-27FF-69D0-D823E5BB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538DD-63D0-BAF2-1C87-A08AEC06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F40434-4DD8-69D8-3246-DD88CF60A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666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062A7-F150-5517-A542-53D126CFF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2040DA-DCD6-C401-70E1-B713EA33F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6EFDF4-AEF4-D707-9DF6-22E1BE275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E6F4A7-7A13-C615-4B67-2D323BEF4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2B8521-6BE4-72B1-8223-DD6E639E9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8803D6-AE93-3553-FD44-D81D199A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D02CA9-B9EB-8551-5B83-6B1FF371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067F5D-BAA3-1366-E84D-F579ECC3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463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B6824-9910-F2F2-DF09-96F5B08F9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CC9283-1971-2E12-BA1D-B847B744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437651-ABDE-19A8-4D34-8736AA59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D89877-0D76-D8B5-206B-0CDC5898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369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46C13B-E869-AA94-6F92-98D01478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9E0381-0FA4-C9D8-9AA8-6C92A94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AB0A93-5F3E-5AD5-C593-775FABF0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081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8B216-8017-51B1-5D03-96245AB8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B4F464-4E1E-90CB-ECC9-D7E8D2C6F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F4A2B0-14A5-54B7-C581-DC95B26EE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842F4D-FC1E-EB78-15EA-83F3D4CD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701E0A-79BB-22D3-5B1C-738363CD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E61DFF-72B9-7313-CAE1-0D7185FD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164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C5541-156B-FD9C-13AC-17CC6F4D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2B4B29-6731-B1ED-26CB-A0C872FB9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7E0DF6-C41E-D8A0-6762-66E720BC6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6EC194-373F-468E-D005-732F1E0D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4D5D56-A9E8-2AB9-02E2-A6C497150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68442-E93C-E27D-07B0-B2F54B30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32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3ADE6-3300-0EB1-01C0-719F81F71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344452-CAE1-6B85-07D2-AA625C6EE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AA6B45-8F2D-C492-BE6B-F24E57A81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17FE0D-6188-A60E-CA2A-D1160C99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65D51A-82A0-D946-AD50-DF262C43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2420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731B74-261F-D498-7D12-D9902DBBA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0F033C-0756-CB46-459C-ACEF8C15D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C79B2-5244-590C-E42C-8ADCB1C5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23C8A-E1CA-BB14-2F66-0A4B188D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92BE4-53A1-C25B-74EE-370596C4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8540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E331B-7E27-1FBD-8EB8-90EA63AC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26CAD3-4E56-A91D-49DF-79556222F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7F47E-EE5C-D25B-E5F1-D8363146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27A8F4-29B3-E5B1-60EF-A010A1B3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E1F842-C5C7-7643-F934-0C3B8C6E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578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41B622-9E38-85C6-35E8-0B5AA038B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0FFE83-0F44-26E5-A500-0D9D0FAD1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76CD6-342E-7150-42CC-A56917954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D9B5C-7FC1-5C4A-913B-EC283403E93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004469-7CA5-4DB1-5E9B-087E0CD08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82C3A7-0B28-C94A-9B83-A51470E5B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6D058-0517-6E41-A026-317D210F20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50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D17E0FB-E876-1E81-D978-64AAD14779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solidFill>
                  <a:srgbClr val="1A1A1A"/>
                </a:solidFill>
              </a:rPr>
              <a:t>Public generate default</a:t>
            </a:r>
            <a:endParaRPr kumimoji="1" lang="zh-CN" altLang="en-US" sz="4000">
              <a:solidFill>
                <a:srgbClr val="1A1A1A"/>
              </a:solidFill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E21CAF2-137A-6D5A-15AD-F29F1B352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317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2BAF7FD-427E-CAE6-0E10-79D5AD31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2800">
                <a:solidFill>
                  <a:srgbClr val="1A1A1A"/>
                </a:solidFill>
              </a:rPr>
              <a:t>Body</a:t>
            </a:r>
            <a:endParaRPr kumimoji="1" lang="zh-CN" altLang="en-US" sz="2800">
              <a:solidFill>
                <a:srgbClr val="1A1A1A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D0AD3F-A52F-756D-AC4F-E9D06ED33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1A1A1A"/>
                </a:solidFill>
              </a:rPr>
              <a:t>Generated through native PowerPoint.</a:t>
            </a:r>
            <a:endParaRPr kumimoji="1" lang="zh-CN" altLang="en-US" sz="18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89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自定义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Public generate default</vt:lpstr>
      <vt:lpstr>Body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2026-09-08T18:19:59Z</dcterms:created>
  <dcterms:modified xsi:type="dcterms:W3CDTF">2026-09-08T18:19:59Z</dcterms:modified>
</cp:coreProperties>
</file>