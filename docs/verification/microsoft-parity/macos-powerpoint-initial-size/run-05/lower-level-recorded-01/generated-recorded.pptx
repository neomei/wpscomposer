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2791B-7A41-4783-5D07-21E8DA910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CCBFB5-1F71-AC88-3235-543C7E370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076D1-10AF-7EBB-92DE-908B1797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441CF9-523F-AB7F-68A5-D9042ADDD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5B0A5-F94F-DF27-FCEA-D4E5C6F7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180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3D9BC-A5ED-550A-35B2-FEB981D2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CEDE2-EEA5-EB9E-EB4C-4820EE0C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84862B-DF11-F79E-7A60-2630B1A4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E8E7F7-F69B-E1BE-D3A3-E18DC8E8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D4527-5835-D98F-32BF-F70D1EE0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505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EC6A1-C7C8-D938-6E9A-D54BF2E8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19B556-5CF2-E9B7-40CA-AB74D1BF3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EE8B97-C30C-A18A-A737-4A913958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4311D-CC4A-9E84-A3B0-8A1C4A4C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3F908-42A8-8907-2159-B299BA86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111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35616-0D60-2149-3DB4-AFC1671C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F92DA6-7FE1-C6CB-09D8-BE29D4929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4DFEA3-183C-2081-2354-098E4E9B4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AB77E6-EA47-E017-4E7A-F3C2896E7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78B2E5-8922-EB26-C1E1-6E77DBB6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AC9299-6AD9-87E2-846C-C7130907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4990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3394D-6C98-5E59-B355-F80423E5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FF3ECB-D631-9AFB-BFE7-0D58EE741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34F182-DA3B-F121-5863-34A33BEB5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C8FCF5-8409-FBAE-3C8C-B2983E445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0ECE5D-F3C6-1AA9-30D6-FB5D67EFB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E3F919-EB2D-AD99-173E-781073B3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7A315E-AB62-1525-3F15-4851BEF0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FE5971-9018-78B0-2A00-492EDE52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8046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B6086-6FA9-E469-59A2-18BEB4F3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961F6F-B197-403F-2ADF-338240E8B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D93F49-0326-8BF7-988A-0BA6C81F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7CA7E9-2E6C-0E95-9757-8A77BA8A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908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32E11D-7369-904F-4AD7-02A4CC9A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341668-B057-B686-8725-5AA9D60F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220C51-78C8-3F20-2BD3-1ECD0AB7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338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FF35C-D4AD-D59D-5CA2-50271E13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BCDC2-C0DC-3304-C8F9-CC0DB3F1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C126B2-212D-5D3E-D9EF-B1DD9B1A6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A60AC3-4FFD-1685-C3A2-5559FE35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24A789-1BE9-98A7-5A4B-49A7E643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386A5-3219-E343-F763-A41B36A2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429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9D1C1-A5E6-7CE1-CDCD-442BD21B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4C6A52-09C2-A317-26AE-845028982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6A1828-FADC-1415-9B5B-ABCF9D0E6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0B513-87DF-7B89-2FCD-69C99CBB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A7C045-13A2-B44E-F97C-3D1F87AA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1C8B2F-FE63-3282-46AE-48C283C7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044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2294D-3518-00B2-2FC1-569074FB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5F1D49-AA0C-0F3B-78CE-08FF19F3E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4D68F7-7487-E78F-7442-561F957D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61B621-93B6-EE2A-8ED7-AD6C4A81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05312-3E84-0258-4FD9-3B969AE4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033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5E20D3-873F-AA4C-B51B-9DBB0AB57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36F753-F614-C284-FE53-C5172A055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A6693-B61C-D6C6-5A34-DA14663BD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8760F-46A5-6738-F825-4B234BB9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DA7984-32F0-82E8-2611-E2B87F39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943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722765-7567-4BF7-4DBD-45981555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C03835-5375-1373-B376-62200BFBC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469A79-4FD7-0CB5-5944-3CCDDA228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EB830-AD31-A548-A684-E5DAC700C4E4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1CB63-B440-880F-E87F-27F6083BF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F7EE1C-6805-9C17-BD1E-3F55A15C0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7B997-3C53-9846-A7AA-28353D8C38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249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273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2026-09-08T18:22:51Z</dcterms:created>
  <dcterms:modified xsi:type="dcterms:W3CDTF">2026-09-08T18:22:52Z</dcterms:modified>
</cp:coreProperties>
</file>