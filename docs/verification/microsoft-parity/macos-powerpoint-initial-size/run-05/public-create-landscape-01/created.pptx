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CB094-9547-E641-A919-70BDD73AAD4D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E00831-6955-B74A-8515-0C2DA1F8AB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4636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00831-6955-B74A-8515-0C2DA1F8ABF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31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BFF3-6D57-C9EF-EF5E-B649F2E4A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1803D0-1CD7-C8AC-E980-915B0B6E8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C28859-7083-895A-944E-4A825A68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FCFC32-ECDB-40AE-10FE-7A9DAB09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1DE327-101A-5608-E657-2767F2D6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649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B256DD-2700-5878-6DD3-EA3CD31D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8E87E4-F230-21B5-37D1-5AA5DCF26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51E7A5-E539-616A-8C86-35FAB772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DAFDAD-902C-467C-7FC6-FB381CA9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D26DD1-B38E-44DE-70EA-3BBC37A5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248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4487B-9FD7-6691-3A44-F992672F9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B09048-5686-72C3-2CFF-ECC8C62A8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221886-4F49-262A-DF5B-B07C4D4F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F92BC-98E4-01AE-9309-942FA4AB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9DD556-0F7A-87A6-8743-E118C3ED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998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672CE-0CCD-7F93-6B77-35F08456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F0F63-AC72-AFF2-9826-DE349B825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A43AC8-B06D-A98C-97A0-94DD28A30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4D0353-D1C7-6329-0A28-04AAA6FD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74F38E-3D58-90B2-8D88-F4FF0FF15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2E8281-40EC-1051-A851-A302E6C9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636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7B543-F09C-FCCA-C275-6048663D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1247B1-82E1-9CDB-7F26-6CDC8F2F1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B6D3C7-626F-58BB-21EA-1DFB237C1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B639F9-39B8-77FC-C852-9BD481ABA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32C7FF-7778-5C41-27EE-A4BB4638C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1339AF-AD27-98DD-C6E7-735C2109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4F37CC-61EC-D2EF-6228-1543A87B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5F53CB-CB59-79A3-D663-30B4AABC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16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8829A-33A3-A467-14EC-AA062FE5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6B0C9E-0F47-3C7D-A31D-55CCDBBD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7714A4-8B58-4F24-7D2F-8D11EEC0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10AA95-4EC0-044E-13A0-796C3A4B5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956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02D38F-3520-5CD7-72B0-03E004594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A19F56-D84A-38E8-02E8-F71B3996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6E6E19-026A-11B8-0903-FE55347B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008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D686C-B04E-BDCD-C9FC-B06C104A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AFB4C-21CA-63A7-F980-ABC1C9A3F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732443-B1CF-99B3-02B7-92732DC43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5D9B6-87AB-A48A-87F6-BBA5EC967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13354E-EA53-B0D5-37FB-CA3EE82A8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C4DECD-97D0-79C8-2F4F-015CD88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0404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6CA4B-B8E8-9C6A-CC8D-0C5F91BA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CDFC56-1843-4F74-A8FE-B0B4B00F9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105B50-F5A0-B784-D1DF-B77E9C37D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399D13-8B90-5EF7-29D1-86F39BE51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F9A9E1-0CCF-6342-3BE4-85C8B152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208C94-5995-21B2-3E00-976152AE1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515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44878-3F29-AA19-9B17-15D6CCA10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84F367-2729-9E67-4870-A4A5E8267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3288FB-15CF-E257-5D41-E3760FAE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497A5-436E-F718-7463-EB263884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F529B4-85EE-8939-64AE-6620CE1E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6464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1567E0-F557-045D-215A-85D4BAB46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F2FB7B-B5D1-A305-1DE2-1DCE07599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DD709C-7183-B6A4-FCE6-4214BCF8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FBA537-CFC2-074F-5082-733226A0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397E36-BAD4-71E7-BEF5-109CAD77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755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142A49-19AB-C4BE-A0BE-64802899A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85703D-FF62-F157-9DC6-70F2563F3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3FD861-3FC8-34CB-8DB3-E10CECD77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4B071-C034-0940-B9E1-A34D8915B0B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8A175-C712-7F37-28B2-7463B718F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5FA5EE-6C68-D2F5-C7F9-BE3C9914D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A935A-3D8B-2245-BC0C-797F615E14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310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125fdf9a60094f3ba9d5201af252a49f">
            <a:extLst>
              <a:ext uri="{FF2B5EF4-FFF2-40B4-BE49-F238E27FC236}">
                <a16:creationId xmlns:a16="http://schemas.microsoft.com/office/drawing/2014/main" id="{49A1C2F5-C23B-6948-37BA-FDB45D994635}"/>
              </a:ext>
            </a:extLst>
          </p:cNvPr>
          <p:cNvSpPr txBox="1"/>
          <p:nvPr/>
        </p:nvSpPr>
        <p:spPr>
          <a:xfrm>
            <a:off x="381000" y="381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noAutofit/>
          </a:bodyPr>
          <a:lstStyle/>
          <a:p>
            <a:r>
              <a:rPr kumimoji="1" lang="en" altLang="zh-CN"/>
              <a:t>Public create 720 x 405</a:t>
            </a:r>
            <a:endParaRPr kumimoji="1" lang="zh-CN" altLang="en-US"/>
          </a:p>
        </p:txBody>
      </p:sp>
      <p:sp>
        <p:nvSpPr>
          <p:cNvPr id="3" name="wpscomposer-3441c574e8ac4da19ca125adc2866e47">
            <a:extLst>
              <a:ext uri="{FF2B5EF4-FFF2-40B4-BE49-F238E27FC236}">
                <a16:creationId xmlns:a16="http://schemas.microsoft.com/office/drawing/2014/main" id="{6229B5A1-E50D-0D22-6D03-89797245EB16}"/>
              </a:ext>
            </a:extLst>
          </p:cNvPr>
          <p:cNvSpPr/>
          <p:nvPr/>
        </p:nvSpPr>
        <p:spPr>
          <a:xfrm>
            <a:off x="508000" y="1397000"/>
            <a:ext cx="2286000" cy="762000"/>
          </a:xfrm>
          <a:prstGeom prst="rect">
            <a:avLst/>
          </a:prstGeom>
          <a:solidFill>
            <a:srgbClr val="2463A6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/>
              <a:t>Native rectangle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4478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2026-09-08T18:22:10Z</dcterms:created>
  <dcterms:modified xsi:type="dcterms:W3CDTF">2026-09-08T18:22:23Z</dcterms:modified>
</cp:coreProperties>
</file>