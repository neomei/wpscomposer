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1" d="100"/>
          <a:sy n="91" d="100"/>
        </p:scale>
        <p:origin x="3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B52FF-BD22-664E-9C3F-697417CEF76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F9C2C-EE78-A042-97A2-655A3521B8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774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F9C2C-EE78-A042-97A2-655A3521B88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559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9C70D-4CC4-5E67-008C-081BECA53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938" y="1496484"/>
            <a:ext cx="3857625" cy="3183467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04BDE5-D575-AD9C-5E4B-A44A19F4E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8" y="4802718"/>
            <a:ext cx="3857625" cy="2207683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60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D09396-5248-C3D7-D82E-FAF3DF112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46CA-C8E3-3B4B-8CA2-305B6BE05A3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FDB81B-02F5-0014-564F-0ED9500D0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27069B-7167-F055-5977-D93EE32F9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F238-CCB6-CE43-9326-F5ABE03511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884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1D54A-31B4-47FA-2C17-EF67B1CA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177622-5FAB-60F8-5158-D4EABD515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FB220D-474A-C1FC-CC2F-3EE51D41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46CA-C8E3-3B4B-8CA2-305B6BE05A3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C64B34-FD04-2AE6-7D0F-04B3ED35B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3E9F5-D995-F60E-C615-603327EF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F238-CCB6-CE43-9326-F5ABE03511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044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96698-27EE-8172-0F09-504BF9B0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4BC3CB-8CF6-7706-6597-2B7881611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937" y="6119287"/>
            <a:ext cx="4436269" cy="2000249"/>
          </a:xfrm>
        </p:spPr>
        <p:txBody>
          <a:bodyPr/>
          <a:lstStyle>
            <a:lvl1pPr marL="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488881-FA8F-9AE7-A81B-061B526D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46CA-C8E3-3B4B-8CA2-305B6BE05A3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342E9D-03FA-5BCE-AE8F-B2941003F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B55849-23E9-40F2-980F-4E998BE2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F238-CCB6-CE43-9326-F5ABE03511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2217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5A549E-E097-B02E-8DE8-04F75111D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CF9F32-D4E1-F042-6C8F-5F8731610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616" y="2434167"/>
            <a:ext cx="2185988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D0BF15-78EA-07EA-1831-5E9A559ED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D5D16B-A77E-4430-8528-98CAFCEC3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46CA-C8E3-3B4B-8CA2-305B6BE05A3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CA9662-B1BA-9323-DCFE-4308A8BE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BE0606-CC6C-4F22-D6E2-77FDF6059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F238-CCB6-CE43-9326-F5ABE03511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9252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1859E-58AF-83AA-C124-AA5B76E7E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486835"/>
            <a:ext cx="4436269" cy="1767417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856F2C-25F4-5A55-E851-97EA0D9B2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286" y="2241552"/>
            <a:ext cx="2175941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275C32-2480-14A3-C79D-5D8C5F13E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147E81-3417-DF76-A05A-3AEC827016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603898" y="2241552"/>
            <a:ext cx="2186657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DB41DD-256E-1B22-23AA-7888A5021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03898" y="3340100"/>
            <a:ext cx="2186657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900500-5288-8A2A-5E1E-DDDFE27C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46CA-C8E3-3B4B-8CA2-305B6BE05A3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05B94AE-DEDB-AA76-3234-6B1A0AD5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5BDE59-11B6-7BDE-F299-D01C0D290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F238-CCB6-CE43-9326-F5ABE03511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6966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39322-D6A2-15F0-7875-142996BA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9D9E24-402F-1A68-508E-22B5C6BE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46CA-C8E3-3B4B-8CA2-305B6BE05A3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AEDD67-5BED-FC78-BD92-4CDFBAA6E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5C958C-FB85-9C0F-E9CC-67DC4CA3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F238-CCB6-CE43-9326-F5ABE03511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807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1A4903-CA1A-B818-8765-AD877BD1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46CA-C8E3-3B4B-8CA2-305B6BE05A3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5D0DC2-D38C-BA5E-A3F9-DF84EDCC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618CCD-9CC8-4A37-7B59-C10478B0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F238-CCB6-CE43-9326-F5ABE03511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239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4A914-C9F2-865A-077C-63F0983B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2887FD-F08C-E33D-F7C2-C9F351510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658" y="1316568"/>
            <a:ext cx="2603897" cy="6498167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381F64-592A-2C8D-E607-623D8656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1"/>
            <a:ext cx="165891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988975-5A3B-B909-7F61-4D84CED0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46CA-C8E3-3B4B-8CA2-305B6BE05A3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EB4AD1-AE81-24DE-3C6F-765C281AA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92C86A-CE17-E8D8-6CFF-5E9090B0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F238-CCB6-CE43-9326-F5ABE03511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5712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D66583-705F-4758-9D71-608565E23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073CC8-002E-14A9-0F8C-E43167C53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186658" y="1316568"/>
            <a:ext cx="2603897" cy="6498167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CFCAF7-709F-8A59-9C72-A6DF73176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1"/>
            <a:ext cx="165891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660A75-584D-7906-AE9B-EE551B118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46CA-C8E3-3B4B-8CA2-305B6BE05A3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E6594D-C42D-2967-5A68-92A3729E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06E098-A127-5EFD-3A30-1A23BA39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F238-CCB6-CE43-9326-F5ABE03511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177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25F39-2EA2-6133-498A-755362F8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A912A9-4F59-6255-91B0-0F424618D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EC4183-6023-CE37-759A-B7AB5BD3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46CA-C8E3-3B4B-8CA2-305B6BE05A3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CB2B02-CF5E-F5DC-26F2-E1FDCF2F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B8280E-342C-79DB-666D-E0C3FAC2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F238-CCB6-CE43-9326-F5ABE03511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5967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827F80-85D2-9F51-6690-F1B756B4B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680818" y="486833"/>
            <a:ext cx="1109067" cy="7749117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64291E-9AB8-6C74-79B8-94D759DC5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53616" y="486833"/>
            <a:ext cx="3262908" cy="7749117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A4EB9B-F8DE-FCE2-EC33-D74B2DE8C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46CA-C8E3-3B4B-8CA2-305B6BE05A3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952E9F-56ED-2C62-0F73-1B50885D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CE8D11-A531-F0BF-966E-B21C538B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F238-CCB6-CE43-9326-F5ABE03511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5722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74842F-4BD6-B9AE-4929-BBEED066D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16" y="486835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FA79CD-7C80-D311-6425-C0FDA912B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260D50-D1B0-F4C9-0D43-19FCDBCC5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3615" y="8475137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846CA-C8E3-3B4B-8CA2-305B6BE05A3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0562B0-5964-BF94-7E6A-0F4AE977B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3785" y="8475137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FC391B-3641-7C69-77CD-1462FE46F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32597" y="8475137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1F238-CCB6-CE43-9326-F5ABE03511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4107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02e6a07f3cb84c3593b9725f42cc66e9">
            <a:extLst>
              <a:ext uri="{FF2B5EF4-FFF2-40B4-BE49-F238E27FC236}">
                <a16:creationId xmlns:a16="http://schemas.microsoft.com/office/drawing/2014/main" id="{7D050284-1963-66E3-F9BD-2DE45B4207EC}"/>
              </a:ext>
            </a:extLst>
          </p:cNvPr>
          <p:cNvSpPr txBox="1"/>
          <p:nvPr/>
        </p:nvSpPr>
        <p:spPr>
          <a:xfrm>
            <a:off x="381000" y="3810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noAutofit/>
          </a:bodyPr>
          <a:lstStyle/>
          <a:p>
            <a:r>
              <a:rPr kumimoji="1" lang="en" altLang="zh-CN"/>
              <a:t>Public create 405 x 720</a:t>
            </a:r>
            <a:endParaRPr kumimoji="1" lang="zh-CN" altLang="en-US"/>
          </a:p>
        </p:txBody>
      </p:sp>
      <p:sp>
        <p:nvSpPr>
          <p:cNvPr id="3" name="wpscomposer-30b9b9854eba402eb8c1ac565a397940">
            <a:extLst>
              <a:ext uri="{FF2B5EF4-FFF2-40B4-BE49-F238E27FC236}">
                <a16:creationId xmlns:a16="http://schemas.microsoft.com/office/drawing/2014/main" id="{851218D3-7F67-19AE-C5D4-095A203B0ED9}"/>
              </a:ext>
            </a:extLst>
          </p:cNvPr>
          <p:cNvSpPr/>
          <p:nvPr/>
        </p:nvSpPr>
        <p:spPr>
          <a:xfrm>
            <a:off x="508000" y="1397000"/>
            <a:ext cx="2286000" cy="762000"/>
          </a:xfrm>
          <a:prstGeom prst="rect">
            <a:avLst/>
          </a:prstGeom>
          <a:solidFill>
            <a:srgbClr val="2463A6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/>
              <a:t>Native rectangle</a:t>
            </a:r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328693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2026-09-08T18:22:30Z</dcterms:created>
  <dcterms:modified xsi:type="dcterms:W3CDTF">2026-09-08T18:22:42Z</dcterms:modified>
</cp:coreProperties>
</file>