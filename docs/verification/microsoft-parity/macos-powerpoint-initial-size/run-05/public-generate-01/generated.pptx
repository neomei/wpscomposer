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AFC89-B1B1-831C-0E98-CFB0C0A85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4F73C1-CDBB-3915-885E-4FE8412CC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7E4ACA-33B6-B685-CA7F-2FC69D57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145D7-90A7-F36D-538B-1F8A2D73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BA01C-B08A-CD33-7AE5-F907EA9C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11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FEA05-BF4C-6113-7A1A-76CCFE44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F5900-E5ED-8F0B-D314-FCA869800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8224FB-9C27-6931-77F2-4CABEBFC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FC7F26-C4FE-F10B-A032-24E806E6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CF35B-E755-615C-686E-6C63629F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31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828AA-B66F-7D0F-F9A9-29D01894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9DF31F-3AE6-3C41-DE85-8E46C9E49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40F0F-36FB-D134-AA13-9DBCE311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52D9C-8760-9A6D-DB11-62A0FDD4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D97D8-A94F-87C5-CF77-B78F8F52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714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73310-739A-5D64-AF9D-5ABD08BD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E912E-6B4C-FACB-A244-065C9611A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16C13D-4540-8AFD-70D1-C23ADFC6C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6F8144-4CC5-CC8E-795C-EE375200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1F655D-294C-E344-5AA7-1428FE66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F77E4-E469-7FE9-4D72-BD7178D2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7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C32D2-E948-985F-3989-23683861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FFFCF-F25C-1093-C8A6-294DE0626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A45F96-D8C4-A01D-8C45-DDEA59749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5CBEAC-2223-FF44-0347-874883532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D8259C-F6F3-D32F-D01B-C2F28AE4A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77B06E-C8D2-472F-BA75-11B21841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556158-43C8-91CC-A60C-842E4585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7BC4C0-11C8-423E-D006-67BE66C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42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3AC0F-25A5-BC3B-61FF-35E98F17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B9BA87-2571-6E88-D6CB-DBF8D603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B4EC0F-05C4-5712-639D-4A0B1376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691B21-69F6-9CDC-C910-F966C629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15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CDC217-18C3-B97C-870E-851E2CEF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71AB45-4C31-B30F-A85F-0942821B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9F612-F393-0A00-43DB-36283031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637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280BE-85F2-0044-F73D-E8F68061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B5D994-140A-F8A3-7BC6-490C4AB04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3071A1-2389-5EA6-D41A-68312FA9C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B24FF3-82A7-2ECB-6C10-3C216F5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3CB04-EDCF-31D0-926B-5E72A6C4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681834-38AA-DE3F-B2E2-20EA6B9F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417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834B9-BD2B-C77C-A066-8ADB8302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DBA487-2E4A-E5B5-4AA2-D09ECCD8F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758E7B-6F07-9BDF-AED9-5E9CA61DB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35E93D-237C-D1AD-1ACA-6A7E435D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0368B1-D676-891E-6ACF-E4B39906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810DA1-D891-062E-1558-9F5213E7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33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E7831-35A2-C82D-2D81-2B1F7303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F70DB2-A439-ADDB-943E-41A3F39B0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64EAD-378C-C4F8-D062-482D313E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643E29-8AE3-DF32-0680-720360A2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48042A-4D09-1B96-478A-1DC4391E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472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ABE18E-E15F-10AA-770A-388AF92B3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0D0E52-1626-314F-21FC-08B79DF88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95C70-5F74-B613-6A62-6AAFDC7C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001BA-0D18-04EF-8EAA-2C518424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122AD-BEE1-B85D-E1C0-2C518106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4103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2B411-F675-D403-A44A-FC9B3A11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DCE47A-64BE-E12F-C473-2F7047E2E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B0596-0B59-4B0E-2EDA-F2371691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4B6E8-A0BA-025E-B15B-065FF52D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DD437-094D-1786-CF5B-844EA7FF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6787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F94411-5775-1C4E-4D60-15E82ACB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F500A-E5E1-72D9-6BD3-3E0737230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43857-3F54-6D97-CA20-8B2CC1FA3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E40DA-2961-F64E-B517-F5F0DD6D5D3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F86CE-9ECC-9589-A820-B57D091C3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A1FD0-B39C-DC18-1AA8-F73F1A52E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0ECD5-B000-2B4E-AE97-B41A19A3A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19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C25CA12-1BB0-3190-5585-FEBD39344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solidFill>
                  <a:srgbClr val="1A1A1A"/>
                </a:solidFill>
              </a:rPr>
              <a:t>Public generate default</a:t>
            </a:r>
            <a:endParaRPr kumimoji="1" lang="zh-CN" altLang="en-US" sz="4000">
              <a:solidFill>
                <a:srgbClr val="1A1A1A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4DCC512-A0B7-4D22-98F3-D0642772C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104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9BEA8F-66D5-079F-9E41-06F0D32A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1A1A1A"/>
                </a:solidFill>
              </a:rPr>
              <a:t>Body</a:t>
            </a:r>
            <a:endParaRPr kumimoji="1" lang="zh-CN" altLang="en-US" sz="2800">
              <a:solidFill>
                <a:srgbClr val="1A1A1A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E1A9EC-9545-AA27-C3B8-1109F7E51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1A1A1A"/>
                </a:solidFill>
              </a:rPr>
              <a:t>Generated through native PowerPoint.</a:t>
            </a:r>
            <a:endParaRPr kumimoji="1" lang="zh-CN" altLang="en-US" sz="18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47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generate default</vt:lpstr>
      <vt:lpstr>Body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2026-09-08T18:22:55Z</dcterms:created>
  <dcterms:modified xsi:type="dcterms:W3CDTF">2026-09-08T18:22:56Z</dcterms:modified>
</cp:coreProperties>
</file>