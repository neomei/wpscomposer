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9412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2E332-88D0-68D6-035B-F32074D88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D1B447-28A8-219E-4CF5-09224A5D0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A88C7A-BB44-E997-F5DF-5EC2164A5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08334F-94E6-AFA5-9A77-6FC67B6DE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6591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5991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  <p:sp>
        <p:nvSpPr>
          <p:cNvPr id="3" name="parity-title">
            <a:extLst>
              <a:ext uri="{FF2B5EF4-FFF2-40B4-BE49-F238E27FC236}">
                <a16:creationId xmlns:a16="http://schemas.microsoft.com/office/drawing/2014/main" id="{AA59A2F3-D436-1DBF-8EE7-94ADE9831B64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pic>
        <p:nvPicPr>
          <p:cNvPr id="4" name="parity-image">
            <a:extLst>
              <a:ext uri="{FF2B5EF4-FFF2-40B4-BE49-F238E27FC236}">
                <a16:creationId xmlns:a16="http://schemas.microsoft.com/office/drawing/2014/main" id="{2DAD48FC-8B59-D484-28C2-A2F2C64914B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A4B48-7397-FFEC-817B-1DD8B6E2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AF92BB-022E-5E07-EB06-8D1DD53AFE33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504EBFA-37DF-FE33-990C-DD9C05F88203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7B07D2FC-D91D-1AFA-267C-B386F5A0757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5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Macintosh PowerPoint</Application>
  <PresentationFormat>全屏显示(4:3)</PresentationFormat>
  <Paragraphs>10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2026-09-08T14:58:05Z</dcterms:modified>
</cp:coreProperties>
</file>