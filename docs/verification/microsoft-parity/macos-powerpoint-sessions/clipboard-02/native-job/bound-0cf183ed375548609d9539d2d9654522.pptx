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19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AF774F-6370-CE43-B701-8DE18CDA93AB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703D4C-BF86-3D4B-B383-7F450CFCD45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71534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zh-CN"/>
              <a:t>Native speaker note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03D4C-BF86-3D4B-B383-7F450CFCD459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48919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03D4C-BF86-3D4B-B383-7F450CFCD459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744084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23021-A039-2437-7689-A4898A2C4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1D33252-EDC1-44D2-3C2B-72DF6018A5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B73387E-3AE2-E838-6B51-A00ADDA2A7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zh-CN"/>
              <a:t>Native speaker note</a:t>
            </a:r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78B835-6BF6-4055-CCB7-E59C12C592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03D4C-BF86-3D4B-B383-7F450CFCD459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75792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8D31EA-874A-8208-9ECF-D49A2E6A91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B99CC18-556E-1FAA-1965-4460A5B979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1842D6-D8F3-FBEE-FBB9-1171EE805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944E3C-0E87-E914-8515-D05697492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06A942-B247-0B8C-03A8-6B075EA8C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51185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FB527D-7D08-866B-FF6E-8714C8AD7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AF1E67-11EC-0133-743D-8839EBB75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288CC4-2BBF-0B71-A21D-6873796E6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6E63F1-3C7C-3A34-3FC9-D782840E5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972497-5141-FD80-E0A7-8D66D8D84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14189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CA71A3-7E17-F4A7-24BC-8349BC91E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59F8C16-38ED-6038-DE60-44D9816C4E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99DFBF-7993-FAA4-2714-271C29CC8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9BF688-C206-707D-3644-1DB520F70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2DC858-EDD5-E74E-3127-2CF1617B9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95021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32FA2B-F620-17B7-5C28-5D9473CCC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5A49BB-1A60-62AC-619E-37801AE26A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C89A75B-51D8-4F75-5880-A28E3DF69F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7A88C71-FE1C-F023-EBD1-049FEAAED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C62B3DA-7A0A-7BFA-009A-2A9C111F6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5501DB4-3A70-27AF-FCE0-1BD143A87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38195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D165CE-F1C5-A7B7-99C9-728B49A3C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8888F4-0D93-2319-3CFD-38461609D1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1F3B6B6-ADAB-3750-DD83-65FC071F2D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0E24EDA-1143-2ED5-FF08-71F3CB0EA1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34FB760-62FA-96CC-8E78-8E0E6A4D2D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C64C3B8-35DC-E9D5-95D7-D5A809E5C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6A35278-2EA4-F0D6-F352-E541895CC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CBA3B82-A9DC-97B9-8BFB-B58826E0D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04924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BDB211-9377-57D4-96CF-EA5E23011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052C50E-0576-1376-91ED-BD83D38FF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F71B727-1E81-F6D1-8C78-0107E5978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CC9F86D-91D6-8E4E-233E-FB2235F69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34323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6EEABC8-115A-D5E3-3B66-E65953B7F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F3195C0-77D7-4B4F-2A78-4EBFD6840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C0C6C3-6C3B-E9D1-5D08-235775F07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44058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6B37B5-F971-EAA5-51B4-A589E2C06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D3B8A6-CF1E-0A0B-C6F4-B74E6ECF2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02FF679-CE76-5E66-4DEA-0F6B0E067C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A887CCE-75B9-AED1-54D5-832338695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ACF1E5-3EAF-5B3C-2343-8E4D5D490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99FA3C6-C87D-CE16-475E-A1B2E8B84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65997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959BC3-98F6-42E3-4501-125F2A937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D126C36-6CEC-9503-7D77-93234659AE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1FCC470-A422-CC82-B614-30266D49A2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C9993C1-5F16-99D8-97DF-96E2C7198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6737739-26B1-04B4-DE60-4EB806B98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021ADF7-8E91-A4F6-2866-0585936DF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60107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C4295F-477D-44F7-B2E7-7A140D7C0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B16D586-6454-47A9-62C0-5EC21EBB62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7937F3-D9FA-A1F1-0B98-0E123B4E9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EB1560-658C-8A0F-5EA9-40DD278BA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1793E2-7D67-0459-165C-CE136DF89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18152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7620D93-D5AC-71FA-3D8F-B798DA21C3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98B958D-2295-A43D-B70C-3B49D9C13B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7330A1-DC96-6A75-D4A8-B34CF98E0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51F411-CEE7-3F54-60B6-DC44C71FF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9B8BDF-0D57-F758-95E6-1425F1B63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72138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00F9986-A112-5563-FAF3-6516C0BA8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F98008-16BB-21D5-6FB0-9A7BE3645E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612013-F649-FCBE-2871-2502855ED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74B096-3E03-20C5-AB7E-10FFD637AC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E3B43A-B00F-6ABF-EBB6-9F18A54568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15970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ity-title">
            <a:extLst>
              <a:ext uri="{FF2B5EF4-FFF2-40B4-BE49-F238E27FC236}">
                <a16:creationId xmlns:a16="http://schemas.microsoft.com/office/drawing/2014/main" id="{478AE6DC-F1FC-F8C8-1621-D6B0C0E7D99C}"/>
              </a:ext>
            </a:extLst>
          </p:cNvPr>
          <p:cNvSpPr txBox="1"/>
          <p:nvPr/>
        </p:nvSpPr>
        <p:spPr>
          <a:xfrm>
            <a:off x="508000" y="508000"/>
            <a:ext cx="711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" altLang="zh-CN" sz="2800" b="1"/>
              <a:t>Native editable PowerPoint</a:t>
            </a:r>
            <a:endParaRPr kumimoji="1" lang="zh-CN" altLang="en-US" sz="2800" b="1"/>
          </a:p>
        </p:txBody>
      </p:sp>
      <p:sp>
        <p:nvSpPr>
          <p:cNvPr id="3" name="parity-shape">
            <a:extLst>
              <a:ext uri="{FF2B5EF4-FFF2-40B4-BE49-F238E27FC236}">
                <a16:creationId xmlns:a16="http://schemas.microsoft.com/office/drawing/2014/main" id="{D435BCD9-264E-2FE2-8CD0-78EE12093F05}"/>
              </a:ext>
            </a:extLst>
          </p:cNvPr>
          <p:cNvSpPr/>
          <p:nvPr/>
        </p:nvSpPr>
        <p:spPr>
          <a:xfrm>
            <a:off x="762000" y="1778000"/>
            <a:ext cx="2540000" cy="1143000"/>
          </a:xfrm>
          <a:prstGeom prst="rect">
            <a:avLst/>
          </a:prstGeom>
          <a:solidFill>
            <a:srgbClr val="206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88945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parity-table">
            <a:extLst>
              <a:ext uri="{FF2B5EF4-FFF2-40B4-BE49-F238E27FC236}">
                <a16:creationId xmlns:a16="http://schemas.microsoft.com/office/drawing/2014/main" id="{A933AA69-00BE-8B19-DDBF-B5CA10DEDC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0359914"/>
              </p:ext>
            </p:extLst>
          </p:nvPr>
        </p:nvGraphicFramePr>
        <p:xfrm>
          <a:off x="508000" y="1270000"/>
          <a:ext cx="63500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000">
                  <a:extLst>
                    <a:ext uri="{9D8B030D-6E8A-4147-A177-3AD203B41FA5}">
                      <a16:colId xmlns:a16="http://schemas.microsoft.com/office/drawing/2014/main" val="2761494974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2967054163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lang="en" altLang="zh-CN"/>
                        <a:t>Native table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813129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1537731"/>
                  </a:ext>
                </a:extLst>
              </a:tr>
            </a:tbl>
          </a:graphicData>
        </a:graphic>
      </p:graphicFrame>
      <p:sp>
        <p:nvSpPr>
          <p:cNvPr id="3" name="parity-title">
            <a:extLst>
              <a:ext uri="{FF2B5EF4-FFF2-40B4-BE49-F238E27FC236}">
                <a16:creationId xmlns:a16="http://schemas.microsoft.com/office/drawing/2014/main" id="{FAB29B2D-45DF-0FD6-95A0-599874F60341}"/>
              </a:ext>
            </a:extLst>
          </p:cNvPr>
          <p:cNvSpPr txBox="1"/>
          <p:nvPr/>
        </p:nvSpPr>
        <p:spPr>
          <a:xfrm>
            <a:off x="508000" y="508000"/>
            <a:ext cx="711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" altLang="zh-CN" sz="2800" b="1"/>
              <a:t>Native editable PowerPoint</a:t>
            </a:r>
            <a:endParaRPr kumimoji="1" lang="zh-CN" altLang="en-US" sz="2800" b="1"/>
          </a:p>
        </p:txBody>
      </p:sp>
      <p:pic>
        <p:nvPicPr>
          <p:cNvPr id="4" name="parity-image">
            <a:extLst>
              <a:ext uri="{FF2B5EF4-FFF2-40B4-BE49-F238E27FC236}">
                <a16:creationId xmlns:a16="http://schemas.microsoft.com/office/drawing/2014/main" id="{78B5BD89-1239-542F-ADCC-A66B53610D7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1778000"/>
            <a:ext cx="1270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239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FF978-A19C-22AB-8F6F-3B5E3ABCB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ity-title">
            <a:extLst>
              <a:ext uri="{FF2B5EF4-FFF2-40B4-BE49-F238E27FC236}">
                <a16:creationId xmlns:a16="http://schemas.microsoft.com/office/drawing/2014/main" id="{BEDFB066-A97D-09EC-609C-CF66D8C123E6}"/>
              </a:ext>
            </a:extLst>
          </p:cNvPr>
          <p:cNvSpPr txBox="1"/>
          <p:nvPr/>
        </p:nvSpPr>
        <p:spPr>
          <a:xfrm>
            <a:off x="508000" y="508000"/>
            <a:ext cx="711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" altLang="zh-CN" sz="2800" b="1"/>
              <a:t>Native editable PowerPoint</a:t>
            </a:r>
            <a:endParaRPr kumimoji="1" lang="zh-CN" altLang="en-US" sz="2800" b="1"/>
          </a:p>
        </p:txBody>
      </p:sp>
      <p:sp>
        <p:nvSpPr>
          <p:cNvPr id="3" name="parity-shape">
            <a:extLst>
              <a:ext uri="{FF2B5EF4-FFF2-40B4-BE49-F238E27FC236}">
                <a16:creationId xmlns:a16="http://schemas.microsoft.com/office/drawing/2014/main" id="{CE890F84-2DE6-67A8-5CA7-15535934DDD5}"/>
              </a:ext>
            </a:extLst>
          </p:cNvPr>
          <p:cNvSpPr/>
          <p:nvPr/>
        </p:nvSpPr>
        <p:spPr>
          <a:xfrm>
            <a:off x="762000" y="1778000"/>
            <a:ext cx="2540000" cy="1143000"/>
          </a:xfrm>
          <a:prstGeom prst="rect">
            <a:avLst/>
          </a:prstGeom>
          <a:solidFill>
            <a:srgbClr val="206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5" name="parity-image">
            <a:extLst>
              <a:ext uri="{FF2B5EF4-FFF2-40B4-BE49-F238E27FC236}">
                <a16:creationId xmlns:a16="http://schemas.microsoft.com/office/drawing/2014/main" id="{6B6001C9-4B94-3553-440E-516E03CD469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1778000"/>
            <a:ext cx="1270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805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</Words>
  <Application>Microsoft Macintosh PowerPoint</Application>
  <PresentationFormat>全屏显示(4:3)</PresentationFormat>
  <Paragraphs>10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2</cp:revision>
  <dcterms:created xsi:type="dcterms:W3CDTF">2026-09-08T13:50:54Z</dcterms:created>
  <dcterms:modified xsi:type="dcterms:W3CDTF">2026-09-08T15:04:02Z</dcterms:modified>
</cp:coreProperties>
</file>