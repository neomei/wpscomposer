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24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001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71500" y="634999"/>
            <a:ext cx="6985000" cy="889000"/>
          </a:xfrm>
          <a:prstGeom prst="rect">
            <a:avLst/>
          </a:prstGeom>
          <a:solidFill>
            <a:srgbClr val="F1E2D3"/>
          </a:solidFill>
          <a:ln w="25400">
            <a:solidFill>
              <a:srgbClr val="445566"/>
            </a:solidFill>
          </a:ln>
        </p:spPr>
        <p:txBody>
          <a:bodyPr vert="horz" wrap="square" lIns="101600" tIns="127000" rIns="114300" bIns="13970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  <a:spcAft>
                <a:spcPts val="600"/>
              </a:spcAft>
            </a:pPr>
            <a:r>
              <a:rPr kumimoji="1" lang="en" altLang="zh-CN" sz="2600" b="1" u="sng">
                <a:solidFill>
                  <a:srgbClr val="123456"/>
                </a:solidFill>
                <a:latin typeface="Arial" panose="020B0604020202020204" pitchFamily="34" charset="0"/>
              </a:rPr>
              <a:t>S</a:t>
            </a:r>
            <a:r>
              <a:rPr kumimoji="1" lang="en" altLang="zh-CN" sz="2600" b="1" i="1" u="sng" strike="sngStrike">
                <a:solidFill>
                  <a:srgbClr val="AA1122"/>
                </a:solidFill>
                <a:latin typeface="Arial" panose="020B0604020202020204" pitchFamily="34" charset="0"/>
              </a:rPr>
              <a:t>ession native run</a:t>
            </a:r>
            <a:endParaRPr kumimoji="1" lang="zh-CN" altLang="en-US" sz="2600" b="1" i="1" u="sng" strike="sngStrike">
              <a:solidFill>
                <a:srgbClr val="AA1122"/>
              </a:solidFill>
              <a:latin typeface="Arial" panose="020B0604020202020204" pitchFamily="34" charset="0"/>
            </a:endParaRPr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80D299DF-E3EF-2CE2-37E0-D83509813B2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778000"/>
            <a:ext cx="152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318274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AA1122"/>
                          </a:solidFill>
                        </a:rPr>
                        <a:t>99</a:t>
                      </a:r>
                      <a:endParaRPr lang="zh-CN" altLang="en-US" b="1" dirty="0">
                        <a:solidFill>
                          <a:srgbClr val="AA112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B98B320-1DA5-7A3B-A685-DA0320EBC5C7}"/>
              </a:ext>
            </a:extLst>
          </p:cNvPr>
          <p:cNvSpPr txBox="1"/>
          <p:nvPr/>
        </p:nvSpPr>
        <p:spPr>
          <a:xfrm>
            <a:off x="762000" y="1270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/>
              <a:t>Inserted native session text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4835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全屏显示(4:3)</PresentationFormat>
  <Paragraphs>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2026-09-08T13:50:54Z</dcterms:created>
  <dcterms:modified xsi:type="dcterms:W3CDTF">2026-09-08T14:45:46Z</dcterms:modified>
</cp:coreProperties>
</file>