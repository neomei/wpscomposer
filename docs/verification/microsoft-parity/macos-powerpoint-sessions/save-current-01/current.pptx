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14DE2-D409-FB47-8574-0F5F16CFB297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8B990-2EC2-2D4A-81E7-6274A7CA87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08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48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704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67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285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Semantic native notes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666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8B973-1671-B328-9542-7715DA9BF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909513-11AC-625D-0B8D-5032D713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4E0FB-3C58-75CA-76E7-2B0A8939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19ACA-AEDB-9286-CBF5-E035457A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AEA47-CB91-391D-0C18-E72D4CB1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95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955C4-AC69-15BF-D966-59B77CEE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D47A1-D430-70AC-F74D-AD7A5AE2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2820A9-2D33-4F26-5FC1-233A002D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6C55B-C2E4-9599-A935-9A532F32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B0649-1431-2211-7CB4-ED680A13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38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BF7B3-731A-D4BD-9A0C-7F5A9D43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CD265C-40FA-B6C1-CC93-80B5CB7AA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A4753-7943-21A1-CF19-58B0301D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F5B29-21F3-64E1-D492-A061F6F4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EF9B1-5164-92EE-89A7-01C7D0BD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72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9115E-590D-5302-DBED-115C0BA9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E9147-9727-270F-75DA-BC5E3CFA0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BF77A-5862-909C-6340-6968C60E1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FEBE9-3ADA-5A01-DC25-68F28CB2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F31545-7F2A-D6C4-9EF9-BF64FFD8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8DC70-E639-F1D9-B0D8-3E10043F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65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3971F-A4CE-E754-8DDC-E14A1ECA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53AA57-3C46-1E69-9279-C3059E8E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3746D-1594-2B74-96A5-758BB7046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E1BCEB-A5A9-D503-1627-585133D16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36E33F-E7F8-46BA-59AB-310114AF0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E5989C-2A71-90FF-776F-47A78C04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788E3A-5A38-3857-E7C6-D7A3D34A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48E4CA-325E-9ED8-1ACF-556B043E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87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81885-8184-5334-D69E-33124F66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9F4701-88B4-508E-1847-A61498D1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4A35C8-38C5-FD42-52F8-4F71279E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75877B-59C7-775E-49C7-A1C72D2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08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C41DB7-A0B3-24C4-9945-2B7193D2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460FDA-96E8-EF07-1C9D-596D48A8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91553-8D02-82FC-C31B-6B021EBD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802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E2AE6-0DB4-4C02-49B1-B66D677C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C54CD-B9C2-CB73-02A3-F23179C5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6384A5-9D24-501C-DD78-225EA3255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01021-2CEC-2798-9CE6-8E0184DD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520941-C3D7-A0CA-652B-8B656727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8624E-B3A6-A3E1-99BF-99EF7C02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15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7F434-A6E6-425A-A904-DDC3C5D1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87423F-5D23-2265-00CF-B8F50E306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339BE1-BB56-CECF-05AB-2E4F4D447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FA4244-2BC0-14E6-0ADB-370C6E95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0D1B64-A88A-8089-7BD8-E9DBE604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2A3D3D-A7C8-AB2F-A06E-65EB74DB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764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FCB58-501D-2B2C-CD07-6DBBD2DD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E46464-C3AF-72E0-2397-3C73F44C9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AE132-E7E4-E35F-2B33-BCA65B29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8D375-6131-FCDE-B7A3-05794927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CFFEB-D2D0-C7A7-2099-BBC493F6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15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4AF5E0-87CE-768F-FD50-07B98C84E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D052BF-BC91-528F-1166-C4BAECE6A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2FF35-0360-B82F-D9E1-1797E1D7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1AFDE-D3BC-A727-9315-94E95741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EC6E6E-EAAF-7F41-B461-9F4A37E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047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FE28D-D0AB-25F2-1033-F53A1D58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32BF49-02BC-E3F6-1285-A471A081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DC646-8150-7347-7544-458F93E5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50DA0-F121-51EA-5CDD-09821DD0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EFDA2-A58F-C6DC-3CB4-4CE3367D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1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0EAF08-F3C3-F7B9-FBDE-3C1145D8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FB4C88-6F8D-1044-C317-24422CC1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DFA09-6CBF-0D4B-179F-AEDBCB36D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1885F-6F4C-803E-AC22-951087CC6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69C50-5203-27F0-674B-6D409F835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A83FF01-CF79-DF42-CBD8-89CE38E86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native title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ACA2AC5-DA46-CCA4-C6F4-8EDEC71BC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05050"/>
                </a:solidFill>
                <a:latin typeface="Arial" panose="020B0604020202020204" pitchFamily="34" charset="0"/>
              </a:rPr>
              <a:t>Native subtitle</a:t>
            </a:r>
            <a:endParaRPr kumimoji="1" lang="zh-CN" altLang="en-US" sz="2000">
              <a:solidFill>
                <a:srgbClr val="505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0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2F1F7C-DFF2-B4FC-0C3A-100EC49F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section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D49F064-F83B-F86C-1A5B-5F2069CE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text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5B5B4A-EF67-81B2-657E-5F185B803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Plain paragraph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1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95118C8-423D-DDD9-98E0-3D075B5D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bullets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88C718-6C7B-4B37-3BCA-5F35CBBB9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First native bullet</a:t>
            </a:r>
          </a:p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Second native bullet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8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d7b6cca42dd247209d299e2820f80004">
            <a:extLst>
              <a:ext uri="{FF2B5EF4-FFF2-40B4-BE49-F238E27FC236}">
                <a16:creationId xmlns:a16="http://schemas.microsoft.com/office/drawing/2014/main" id="{A81ED06B-5EFC-CD3A-1F1C-3B6881794A65}"/>
              </a:ext>
            </a:extLst>
          </p:cNvPr>
          <p:cNvSpPr txBox="1"/>
          <p:nvPr/>
        </p:nvSpPr>
        <p:spPr>
          <a:xfrm>
            <a:off x="508000" y="381000"/>
            <a:ext cx="3810000" cy="461665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400" b="1">
                <a:solidFill>
                  <a:srgbClr val="123456"/>
                </a:solidFill>
              </a:rPr>
              <a:t>Native textbox</a:t>
            </a:r>
            <a:endParaRPr kumimoji="1" lang="zh-CN" altLang="en-US" sz="2400" b="1">
              <a:solidFill>
                <a:srgbClr val="123456"/>
              </a:solidFill>
            </a:endParaRPr>
          </a:p>
        </p:txBody>
      </p:sp>
      <p:sp>
        <p:nvSpPr>
          <p:cNvPr id="3" name="wpscomposer-be16ce9cb2be4f36a3d4fa2b072fae19">
            <a:extLst>
              <a:ext uri="{FF2B5EF4-FFF2-40B4-BE49-F238E27FC236}">
                <a16:creationId xmlns:a16="http://schemas.microsoft.com/office/drawing/2014/main" id="{3A7A6263-AE84-EA09-E8DA-01A972AC1CF6}"/>
              </a:ext>
            </a:extLst>
          </p:cNvPr>
          <p:cNvSpPr/>
          <p:nvPr/>
        </p:nvSpPr>
        <p:spPr>
          <a:xfrm>
            <a:off x="508000" y="1460500"/>
            <a:ext cx="2286000" cy="1016000"/>
          </a:xfrm>
          <a:prstGeom prst="roundRect">
            <a:avLst/>
          </a:prstGeom>
          <a:solidFill>
            <a:srgbClr val="226699"/>
          </a:solidFill>
          <a:ln w="12700" cap="flat" cmpd="sng" algn="ctr">
            <a:solidFill>
              <a:srgbClr val="FFAA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/>
              <a:t>Rounded shape</a:t>
            </a:r>
            <a:endParaRPr kumimoji="1" lang="zh-CN" altLang="en-US"/>
          </a:p>
        </p:txBody>
      </p:sp>
      <p:sp>
        <p:nvSpPr>
          <p:cNvPr id="4" name="wpscomposer-573f78e2774e49e88c40ceb86a123ddd">
            <a:extLst>
              <a:ext uri="{FF2B5EF4-FFF2-40B4-BE49-F238E27FC236}">
                <a16:creationId xmlns:a16="http://schemas.microsoft.com/office/drawing/2014/main" id="{3A1D58D9-A2C6-65F5-259C-9FD14A1EA55E}"/>
              </a:ext>
            </a:extLst>
          </p:cNvPr>
          <p:cNvSpPr/>
          <p:nvPr/>
        </p:nvSpPr>
        <p:spPr>
          <a:xfrm>
            <a:off x="3175000" y="1460500"/>
            <a:ext cx="1143000" cy="1016000"/>
          </a:xfrm>
          <a:prstGeom prst="ellipse">
            <a:avLst/>
          </a:prstGeom>
          <a:solidFill>
            <a:srgbClr val="33AA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wpscomposer-7e834572033c41dcbc8d6f48ed63254c">
            <a:extLst>
              <a:ext uri="{FF2B5EF4-FFF2-40B4-BE49-F238E27FC236}">
                <a16:creationId xmlns:a16="http://schemas.microsoft.com/office/drawing/2014/main" id="{4B842A46-53B5-AE49-1591-4189D1B8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460500"/>
            <a:ext cx="1524000" cy="1524000"/>
          </a:xfrm>
          <a:prstGeom prst="rect">
            <a:avLst/>
          </a:prstGeom>
        </p:spPr>
      </p:pic>
      <p:graphicFrame>
        <p:nvGraphicFramePr>
          <p:cNvPr id="7" name="wpscomposer-0b618076b0d341b29362edc0898dacbc">
            <a:extLst>
              <a:ext uri="{FF2B5EF4-FFF2-40B4-BE49-F238E27FC236}">
                <a16:creationId xmlns:a16="http://schemas.microsoft.com/office/drawing/2014/main" id="{A17BBB7F-C612-DD03-99F8-90E95271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51934"/>
              </p:ext>
            </p:extLst>
          </p:nvPr>
        </p:nvGraphicFramePr>
        <p:xfrm>
          <a:off x="508000" y="3302000"/>
          <a:ext cx="5715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22474503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076629927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7232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" altLang="zh-CN" sz="1500"/>
                        <a:t>Value</a:t>
                      </a:r>
                      <a:endParaRPr lang="zh-CN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42</a:t>
                      </a:r>
                      <a:endParaRPr lang="zh-CN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91362"/>
                  </a:ext>
                </a:extLst>
              </a:tr>
            </a:tbl>
          </a:graphicData>
        </a:graphic>
      </p:graphicFrame>
      <p:cxnSp>
        <p:nvCxnSpPr>
          <p:cNvPr id="8" name="wpscomposer-b50822204e724bbcbc0ea5d0dbc457ab">
            <a:extLst>
              <a:ext uri="{FF2B5EF4-FFF2-40B4-BE49-F238E27FC236}">
                <a16:creationId xmlns:a16="http://schemas.microsoft.com/office/drawing/2014/main" id="{AFAC129D-8382-A08F-B266-977212B80B7E}"/>
              </a:ext>
            </a:extLst>
          </p:cNvPr>
          <p:cNvCxnSpPr/>
          <p:nvPr/>
        </p:nvCxnSpPr>
        <p:spPr>
          <a:xfrm>
            <a:off x="508000" y="5232400"/>
            <a:ext cx="5715000" cy="0"/>
          </a:xfrm>
          <a:prstGeom prst="line">
            <a:avLst/>
          </a:prstGeom>
          <a:ln w="50800">
            <a:solidFill>
              <a:srgbClr val="AA4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pscomposer-8929732e0d1a4f1ba0ae7e4dccc89979">
            <a:extLst>
              <a:ext uri="{FF2B5EF4-FFF2-40B4-BE49-F238E27FC236}">
                <a16:creationId xmlns:a16="http://schemas.microsoft.com/office/drawing/2014/main" id="{BA69C200-95B0-3BC9-8F9D-C75E30981DFB}"/>
              </a:ext>
            </a:extLst>
          </p:cNvPr>
          <p:cNvSpPr/>
          <p:nvPr/>
        </p:nvSpPr>
        <p:spPr>
          <a:xfrm>
            <a:off x="7112000" y="1016000"/>
            <a:ext cx="2794000" cy="1524000"/>
          </a:xfrm>
          <a:prstGeom prst="rect">
            <a:avLst/>
          </a:prstGeom>
          <a:solidFill>
            <a:srgbClr val="EECC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200"/>
              <a:t>Native box</a:t>
            </a:r>
            <a:endParaRPr kumimoji="1" lang="zh-CN" altLang="en-US" sz="1200"/>
          </a:p>
        </p:txBody>
      </p:sp>
      <p:sp>
        <p:nvSpPr>
          <p:cNvPr id="10" name="wpscomposer-9e59e01ae8d9438f8c0cb9eb172275f5">
            <a:extLst>
              <a:ext uri="{FF2B5EF4-FFF2-40B4-BE49-F238E27FC236}">
                <a16:creationId xmlns:a16="http://schemas.microsoft.com/office/drawing/2014/main" id="{62DF08E4-AEDE-6CF1-0F73-3FF35B4A13A8}"/>
              </a:ext>
            </a:extLst>
          </p:cNvPr>
          <p:cNvSpPr txBox="1"/>
          <p:nvPr/>
        </p:nvSpPr>
        <p:spPr>
          <a:xfrm>
            <a:off x="7112000" y="3048000"/>
            <a:ext cx="381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200" b="1">
                <a:solidFill>
                  <a:srgbClr val="123456"/>
                </a:solidFill>
              </a:rPr>
              <a:t>Native layout text</a:t>
            </a:r>
            <a:endParaRPr kumimoji="1" lang="zh-CN" altLang="en-US" sz="2200" b="1">
              <a:solidFill>
                <a:srgbClr val="1234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6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Macintosh PowerPoint</Application>
  <PresentationFormat>自定义</PresentationFormat>
  <Paragraphs>22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Semantic native title</vt:lpstr>
      <vt:lpstr>Semantic section</vt:lpstr>
      <vt:lpstr>Semantic text</vt:lpstr>
      <vt:lpstr>Semantic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2026-09-08T15:27:59Z</dcterms:created>
  <dcterms:modified xsi:type="dcterms:W3CDTF">2026-09-08T15:28:42Z</dcterms:modified>
</cp:coreProperties>
</file>