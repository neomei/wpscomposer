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>
      <p:cViewPr varScale="1">
        <p:scale>
          <a:sx n="121" d="100"/>
          <a:sy n="121" d="100"/>
        </p:scale>
        <p:origin x="74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114DE2-D409-FB47-8574-0F5F16CFB297}" type="datetimeFigureOut">
              <a:rPr kumimoji="1" lang="zh-CN" altLang="en-US" smtClean="0"/>
              <a:t>2026/9/8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AB8B990-2EC2-2D4A-81E7-6274A7CA87A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7840830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B8B990-2EC2-2D4A-81E7-6274A7CA87AB}" type="slidenum">
              <a:rPr kumimoji="1" lang="zh-CN" altLang="en-US" smtClean="0"/>
              <a:t>1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72148435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B8B990-2EC2-2D4A-81E7-6274A7CA87AB}" type="slidenum">
              <a:rPr kumimoji="1" lang="zh-CN" altLang="en-US" smtClean="0"/>
              <a:t>2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2704023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B8B990-2EC2-2D4A-81E7-6274A7CA87AB}" type="slidenum">
              <a:rPr kumimoji="1" lang="zh-CN" altLang="en-US" smtClean="0"/>
              <a:t>3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3667712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B8B990-2EC2-2D4A-81E7-6274A7CA87AB}" type="slidenum">
              <a:rPr kumimoji="1" lang="zh-CN" altLang="en-US" smtClean="0"/>
              <a:t>4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9428549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" altLang="zh-CN"/>
              <a:t>Semantic native notes</a:t>
            </a:r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B8B990-2EC2-2D4A-81E7-6274A7CA87AB}" type="slidenum">
              <a:rPr kumimoji="1" lang="zh-CN" altLang="en-US" smtClean="0"/>
              <a:t>5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8766621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F68B973-1671-B328-9542-7715DA9BFEB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AA909513-11AC-625D-0B8D-5032D7137A1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A14E0FB-3C58-75CA-76E7-2B0A8939D2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B1A491-F3E3-774B-AB40-C9B036E437A3}" type="datetimeFigureOut">
              <a:rPr kumimoji="1" lang="zh-CN" altLang="en-US" smtClean="0"/>
              <a:t>2026/9/8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C719ACA-AEDB-9286-CBF5-E035457A94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19AEA47-CB91-391D-0C18-E72D4CB134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7E4EB8-5D7D-D240-B402-DA32354D9A91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9919571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60955C4-AC69-15BF-D966-59B77CEECA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7BD47A1-D430-70AC-F74D-AD7A5AE204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72820A9-2D33-4F26-5FC1-233A002D99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B1A491-F3E3-774B-AB40-C9B036E437A3}" type="datetimeFigureOut">
              <a:rPr kumimoji="1" lang="zh-CN" altLang="en-US" smtClean="0"/>
              <a:t>2026/9/8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E66C55B-C2E4-9599-A935-9A532F32D9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05B0649-1431-2211-7CB4-ED680A13CA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7E4EB8-5D7D-D240-B402-DA32354D9A91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7853857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A0BF7B3-731A-D4BD-9A0C-7F5A9D4341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49" y="1709738"/>
            <a:ext cx="105156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ECD265C-40FA-B6C1-CC93-80B5CB7AAD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49" y="4589465"/>
            <a:ext cx="105156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B8A4753-7943-21A1-CF19-58B0301D9F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B1A491-F3E3-774B-AB40-C9B036E437A3}" type="datetimeFigureOut">
              <a:rPr kumimoji="1" lang="zh-CN" altLang="en-US" smtClean="0"/>
              <a:t>2026/9/8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4AF5B29-21F3-64E1-D492-A061F6F452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6CEF9B1-5164-92EE-89A7-01C7D0BD1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7E4EB8-5D7D-D240-B402-DA32354D9A91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997271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959115E-590D-5302-DBED-115C0BA9C3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58E9147-9727-270F-75DA-BC5E3CFA03B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66BF77A-5862-909C-6340-6968C60E12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B0FEBE9-3ADA-5A01-DC25-68F28CB2D2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B1A491-F3E3-774B-AB40-C9B036E437A3}" type="datetimeFigureOut">
              <a:rPr kumimoji="1" lang="zh-CN" altLang="en-US" smtClean="0"/>
              <a:t>2026/9/8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EF31545-7F2A-D6C4-9EF9-BF64FFD877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A38DC70-E639-F1D9-B0D8-3E10043FFA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7E4EB8-5D7D-D240-B402-DA32354D9A91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7465986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E93971F-A4CE-E754-8DDC-E14A1ECA38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6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C53AA57-3C46-1E69-9279-C3059E8EBE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233746D-1594-2B74-96A5-758BB70468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86E1BCEB-A5A9-D503-1627-585133D1649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336E33F-E7F8-46BA-59AB-310114AF0E8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05E5989C-2A71-90FF-776F-47A78C0498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B1A491-F3E3-774B-AB40-C9B036E437A3}" type="datetimeFigureOut">
              <a:rPr kumimoji="1" lang="zh-CN" altLang="en-US" smtClean="0"/>
              <a:t>2026/9/8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57788E3A-5A38-3857-E7C6-D7A3D34AD3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0748E4CA-325E-9ED8-1ACF-556B043E47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7E4EB8-5D7D-D240-B402-DA32354D9A91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1818799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C81885-8184-5334-D69E-33124F66EC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1A9F4701-88B4-508E-1847-A61498D163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B1A491-F3E3-774B-AB40-C9B036E437A3}" type="datetimeFigureOut">
              <a:rPr kumimoji="1" lang="zh-CN" altLang="en-US" smtClean="0"/>
              <a:t>2026/9/8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C24A35C8-38C5-FD42-52F8-4F71279E98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F975877B-59C7-775E-49C7-A1C72D2E16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7E4EB8-5D7D-D240-B402-DA32354D9A91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1010872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7EC41DB7-A0B3-24C4-9945-2B7193D2FA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B1A491-F3E3-774B-AB40-C9B036E437A3}" type="datetimeFigureOut">
              <a:rPr kumimoji="1" lang="zh-CN" altLang="en-US" smtClean="0"/>
              <a:t>2026/9/8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62460FDA-96E8-EF07-1C9D-596D48A849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8E91553-8D02-82FC-C31B-6B021EBDB5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7E4EB8-5D7D-D240-B402-DA32354D9A91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3480215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5BE2AE6-0DB4-4C02-49B1-B66D677C6F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D1C54CD-B9C2-CB73-02A3-F23179C5F0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6"/>
            <a:ext cx="617220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46384A5-9D24-501C-DD78-225EA325564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2B01021-2CEC-2798-9CE6-8E0184DD7A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B1A491-F3E3-774B-AB40-C9B036E437A3}" type="datetimeFigureOut">
              <a:rPr kumimoji="1" lang="zh-CN" altLang="en-US" smtClean="0"/>
              <a:t>2026/9/8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0520941-C3D7-A0CA-652B-8B6567279E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D58624E-B3A6-A3E1-99BF-99EF7C024D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7E4EB8-5D7D-D240-B402-DA32354D9A91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411516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AD7F434-A6E6-425A-A904-DDC3C5D196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B187423F-5D23-2265-00CF-B8F50E306D2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6"/>
            <a:ext cx="617220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0339BE1-BB56-CECF-05AB-2E4F4D44794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7FA4244-2BC0-14E6-0ADB-370C6E95AA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B1A491-F3E3-774B-AB40-C9B036E437A3}" type="datetimeFigureOut">
              <a:rPr kumimoji="1" lang="zh-CN" altLang="en-US" smtClean="0"/>
              <a:t>2026/9/8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D0D1B64-A88A-8089-7BD8-E9DBE6042C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22A3D3D-A7C8-AB2F-A06E-65EB74DBCA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7E4EB8-5D7D-D240-B402-DA32354D9A91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2376431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21FCB58-501D-2B2C-CD07-6DBBD2DD9B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50E46464-C3AF-72E0-2397-3C73F44C9E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32AE132-E7E4-E35F-2B33-BCA65B2950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B1A491-F3E3-774B-AB40-C9B036E437A3}" type="datetimeFigureOut">
              <a:rPr kumimoji="1" lang="zh-CN" altLang="en-US" smtClean="0"/>
              <a:t>2026/9/8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CF8D375-6131-FCDE-B7A3-05794927ED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94CFFEB-D2D0-C7A7-2099-BBC493F64D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7E4EB8-5D7D-D240-B402-DA32354D9A91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831553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5C4AF5E0-87CE-768F-FD50-07B98C84E53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6BD052BF-BC91-528F-1166-C4BAECE6A43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7D2FF35-0360-B82F-D9E1-1797E1D713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B1A491-F3E3-774B-AB40-C9B036E437A3}" type="datetimeFigureOut">
              <a:rPr kumimoji="1" lang="zh-CN" altLang="en-US" smtClean="0"/>
              <a:t>2026/9/8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781AFDE-D3BC-A727-9315-94E9574143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DEC6E6E-EAAF-7F41-B461-9F4A37EBC6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7E4EB8-5D7D-D240-B402-DA32354D9A91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41047134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标题和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CBFE28D-D0AB-25F2-1033-F53A1D580C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532BF49-02BC-E3F6-1285-A471A08126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7EDC646-8150-7347-7544-458F93E530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B1A491-F3E3-774B-AB40-C9B036E437A3}" type="datetimeFigureOut">
              <a:rPr kumimoji="1" lang="zh-CN" altLang="en-US" smtClean="0"/>
              <a:t>2026/9/8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E950DA0-F121-51EA-5CDD-09821DD080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F8EFDA2-A58F-C6DC-3CB4-4CE3367D72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7E4EB8-5D7D-D240-B402-DA32354D9A91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031966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9C0EAF08-F3C3-F7B9-FBDE-3C1145D837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2FB4C88-6F8D-1044-C317-24422CC15C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B6DFA09-6CBF-0D4B-179F-AEDBCB36D56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8B1A491-F3E3-774B-AB40-C9B036E437A3}" type="datetimeFigureOut">
              <a:rPr kumimoji="1" lang="zh-CN" altLang="en-US" smtClean="0"/>
              <a:t>2026/9/8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2D1885F-6F4C-803E-AC22-951087CC610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8A69C50-5203-27F0-674B-6D409F8355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7E4EB8-5D7D-D240-B402-DA32354D9A91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63044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EA83FF01-CF79-DF42-CBD8-89CE38E863E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kumimoji="1" lang="en" altLang="zh-CN" sz="3600">
                <a:solidFill>
                  <a:srgbClr val="003366"/>
                </a:solidFill>
                <a:latin typeface="Arial" panose="020B0604020202020204" pitchFamily="34" charset="0"/>
              </a:rPr>
              <a:t>Explicit close save native</a:t>
            </a:r>
            <a:endParaRPr kumimoji="1" lang="zh-CN" altLang="en-US" sz="3600">
              <a:solidFill>
                <a:srgbClr val="003366"/>
              </a:solidFill>
              <a:latin typeface="Arial" panose="020B0604020202020204" pitchFamily="34" charset="0"/>
            </a:endParaRPr>
          </a:p>
        </p:txBody>
      </p:sp>
      <p:sp>
        <p:nvSpPr>
          <p:cNvPr id="5" name="副标题 4">
            <a:extLst>
              <a:ext uri="{FF2B5EF4-FFF2-40B4-BE49-F238E27FC236}">
                <a16:creationId xmlns:a16="http://schemas.microsoft.com/office/drawing/2014/main" id="{6ACA2AC5-DA46-CCA4-C6F4-8EDEC71BC4F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kumimoji="1" lang="en" altLang="zh-CN" sz="2000">
                <a:solidFill>
                  <a:srgbClr val="505050"/>
                </a:solidFill>
                <a:latin typeface="Arial" panose="020B0604020202020204" pitchFamily="34" charset="0"/>
              </a:rPr>
              <a:t>Native subtitle</a:t>
            </a:r>
            <a:endParaRPr kumimoji="1" lang="zh-CN" altLang="en-US" sz="2000">
              <a:solidFill>
                <a:srgbClr val="505050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334092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C92F1F7C-DFF2-B4FC-0C3A-100EC49FF1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" altLang="zh-CN" sz="3600">
                <a:solidFill>
                  <a:srgbClr val="003366"/>
                </a:solidFill>
                <a:latin typeface="Arial" panose="020B0604020202020204" pitchFamily="34" charset="0"/>
              </a:rPr>
              <a:t>Semantic section</a:t>
            </a:r>
            <a:endParaRPr kumimoji="1" lang="zh-CN" altLang="en-US" sz="3600">
              <a:solidFill>
                <a:srgbClr val="003366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309658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2D49F064-F83B-F86C-1A5B-5F2069CEE9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" altLang="zh-CN" sz="3600">
                <a:solidFill>
                  <a:srgbClr val="003366"/>
                </a:solidFill>
                <a:latin typeface="Arial" panose="020B0604020202020204" pitchFamily="34" charset="0"/>
              </a:rPr>
              <a:t>Semantic text</a:t>
            </a:r>
            <a:endParaRPr kumimoji="1" lang="zh-CN" altLang="en-US" sz="3600">
              <a:solidFill>
                <a:srgbClr val="003366"/>
              </a:solidFill>
              <a:latin typeface="Arial" panose="020B0604020202020204" pitchFamily="34" charset="0"/>
            </a:endParaRP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9F5B5B4A-EF67-81B2-657E-5F185B803F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kumimoji="1" lang="en" altLang="zh-CN" sz="1800">
                <a:solidFill>
                  <a:srgbClr val="212121"/>
                </a:solidFill>
                <a:latin typeface="Arial" panose="020B0604020202020204" pitchFamily="34" charset="0"/>
              </a:rPr>
              <a:t>Plain paragraph</a:t>
            </a:r>
            <a:endParaRPr kumimoji="1" lang="zh-CN" altLang="en-US" sz="1800">
              <a:solidFill>
                <a:srgbClr val="212121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744180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A95118C8-423D-DDD9-98E0-3D075B5DF8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" altLang="zh-CN" sz="3600">
                <a:solidFill>
                  <a:srgbClr val="003366"/>
                </a:solidFill>
                <a:latin typeface="Arial" panose="020B0604020202020204" pitchFamily="34" charset="0"/>
              </a:rPr>
              <a:t>Semantic bullets</a:t>
            </a:r>
            <a:endParaRPr kumimoji="1" lang="zh-CN" altLang="en-US" sz="3600">
              <a:solidFill>
                <a:srgbClr val="003366"/>
              </a:solidFill>
              <a:latin typeface="Arial" panose="020B0604020202020204" pitchFamily="34" charset="0"/>
            </a:endParaRP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3B88C718-6C7B-4B37-3BCA-5F35CBBB92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kumimoji="1" lang="en" altLang="zh-CN" sz="1800">
                <a:solidFill>
                  <a:srgbClr val="212121"/>
                </a:solidFill>
                <a:latin typeface="Arial" panose="020B0604020202020204" pitchFamily="34" charset="0"/>
              </a:rPr>
              <a:t>First native bullet</a:t>
            </a:r>
          </a:p>
          <a:p>
            <a:r>
              <a:rPr kumimoji="1" lang="en" altLang="zh-CN" sz="1800">
                <a:solidFill>
                  <a:srgbClr val="212121"/>
                </a:solidFill>
                <a:latin typeface="Arial" panose="020B0604020202020204" pitchFamily="34" charset="0"/>
              </a:rPr>
              <a:t>Second native bullet</a:t>
            </a:r>
            <a:endParaRPr kumimoji="1" lang="zh-CN" altLang="en-US" sz="1800">
              <a:solidFill>
                <a:srgbClr val="212121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97810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pscomposer-d7b6cca42dd247209d299e2820f80004">
            <a:extLst>
              <a:ext uri="{FF2B5EF4-FFF2-40B4-BE49-F238E27FC236}">
                <a16:creationId xmlns:a16="http://schemas.microsoft.com/office/drawing/2014/main" id="{A81ED06B-5EFC-CD3A-1F1C-3B6881794A65}"/>
              </a:ext>
            </a:extLst>
          </p:cNvPr>
          <p:cNvSpPr txBox="1"/>
          <p:nvPr/>
        </p:nvSpPr>
        <p:spPr>
          <a:xfrm>
            <a:off x="508000" y="381000"/>
            <a:ext cx="3810000" cy="461665"/>
          </a:xfrm>
          <a:prstGeom prst="rect">
            <a:avLst/>
          </a:prstGeom>
          <a:noFill/>
          <a:ln>
            <a:noFill/>
          </a:ln>
        </p:spPr>
        <p:txBody>
          <a:bodyPr vert="horz" rtlCol="0">
            <a:spAutoFit/>
          </a:bodyPr>
          <a:lstStyle/>
          <a:p>
            <a:pPr algn="ctr"/>
            <a:r>
              <a:rPr kumimoji="1" lang="en" altLang="zh-CN" sz="2400" b="1">
                <a:solidFill>
                  <a:srgbClr val="123456"/>
                </a:solidFill>
              </a:rPr>
              <a:t>Native textbox</a:t>
            </a:r>
            <a:endParaRPr kumimoji="1" lang="zh-CN" altLang="en-US" sz="2400" b="1">
              <a:solidFill>
                <a:srgbClr val="123456"/>
              </a:solidFill>
            </a:endParaRPr>
          </a:p>
        </p:txBody>
      </p:sp>
      <p:sp>
        <p:nvSpPr>
          <p:cNvPr id="3" name="wpscomposer-be16ce9cb2be4f36a3d4fa2b072fae19">
            <a:extLst>
              <a:ext uri="{FF2B5EF4-FFF2-40B4-BE49-F238E27FC236}">
                <a16:creationId xmlns:a16="http://schemas.microsoft.com/office/drawing/2014/main" id="{3A7A6263-AE84-EA09-E8DA-01A972AC1CF6}"/>
              </a:ext>
            </a:extLst>
          </p:cNvPr>
          <p:cNvSpPr/>
          <p:nvPr/>
        </p:nvSpPr>
        <p:spPr>
          <a:xfrm>
            <a:off x="508000" y="1460500"/>
            <a:ext cx="2286000" cy="1016000"/>
          </a:xfrm>
          <a:prstGeom prst="roundRect">
            <a:avLst/>
          </a:prstGeom>
          <a:solidFill>
            <a:srgbClr val="226699"/>
          </a:solidFill>
          <a:ln w="12700" cap="flat" cmpd="sng" algn="ctr">
            <a:solidFill>
              <a:srgbClr val="FFAA00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" altLang="zh-CN"/>
              <a:t>Rounded shape</a:t>
            </a:r>
            <a:endParaRPr kumimoji="1" lang="zh-CN" altLang="en-US"/>
          </a:p>
        </p:txBody>
      </p:sp>
      <p:sp>
        <p:nvSpPr>
          <p:cNvPr id="4" name="wpscomposer-573f78e2774e49e88c40ceb86a123ddd">
            <a:extLst>
              <a:ext uri="{FF2B5EF4-FFF2-40B4-BE49-F238E27FC236}">
                <a16:creationId xmlns:a16="http://schemas.microsoft.com/office/drawing/2014/main" id="{3A1D58D9-A2C6-65F5-259C-9FD14A1EA55E}"/>
              </a:ext>
            </a:extLst>
          </p:cNvPr>
          <p:cNvSpPr/>
          <p:nvPr/>
        </p:nvSpPr>
        <p:spPr>
          <a:xfrm>
            <a:off x="3175000" y="1460500"/>
            <a:ext cx="1143000" cy="1016000"/>
          </a:xfrm>
          <a:prstGeom prst="ellipse">
            <a:avLst/>
          </a:prstGeom>
          <a:solidFill>
            <a:srgbClr val="33AA88"/>
          </a:solidFill>
          <a:ln w="12700" cap="flat" cmpd="sng" algn="ctr">
            <a:solidFill>
              <a:schemeClr val="accent1">
                <a:shade val="15000"/>
                <a:alpha val="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6" name="wpscomposer-7e834572033c41dcbc8d6f48ed63254c">
            <a:extLst>
              <a:ext uri="{FF2B5EF4-FFF2-40B4-BE49-F238E27FC236}">
                <a16:creationId xmlns:a16="http://schemas.microsoft.com/office/drawing/2014/main" id="{4B842A46-53B5-AE49-1591-4189D1B840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6000" y="1460500"/>
            <a:ext cx="1524000" cy="1524000"/>
          </a:xfrm>
          <a:prstGeom prst="rect">
            <a:avLst/>
          </a:prstGeom>
        </p:spPr>
      </p:pic>
      <p:graphicFrame>
        <p:nvGraphicFramePr>
          <p:cNvPr id="7" name="wpscomposer-0b618076b0d341b29362edc0898dacbc">
            <a:extLst>
              <a:ext uri="{FF2B5EF4-FFF2-40B4-BE49-F238E27FC236}">
                <a16:creationId xmlns:a16="http://schemas.microsoft.com/office/drawing/2014/main" id="{A17BBB7F-C612-DD03-99F8-90E9527180C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86051934"/>
              </p:ext>
            </p:extLst>
          </p:nvPr>
        </p:nvGraphicFramePr>
        <p:xfrm>
          <a:off x="508000" y="3302000"/>
          <a:ext cx="5715000" cy="1651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57500">
                  <a:extLst>
                    <a:ext uri="{9D8B030D-6E8A-4147-A177-3AD203B41FA5}">
                      <a16:colId xmlns:a16="http://schemas.microsoft.com/office/drawing/2014/main" val="1224745039"/>
                    </a:ext>
                  </a:extLst>
                </a:gridCol>
                <a:gridCol w="2857500">
                  <a:extLst>
                    <a:ext uri="{9D8B030D-6E8A-4147-A177-3AD203B41FA5}">
                      <a16:colId xmlns:a16="http://schemas.microsoft.com/office/drawing/2014/main" val="4076629927"/>
                    </a:ext>
                  </a:extLst>
                </a:gridCol>
              </a:tblGrid>
              <a:tr h="825500">
                <a:tc>
                  <a:txBody>
                    <a:bodyPr/>
                    <a:lstStyle/>
                    <a:p>
                      <a:r>
                        <a:rPr lang="en" altLang="zh-CN" sz="1500" b="1">
                          <a:solidFill>
                            <a:srgbClr val="FFFFFF"/>
                          </a:solidFill>
                        </a:rPr>
                        <a:t>Native</a:t>
                      </a:r>
                      <a:endParaRPr lang="zh-CN" altLang="en-US" sz="150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33445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" altLang="zh-CN" sz="1500" b="1">
                          <a:solidFill>
                            <a:srgbClr val="FFFFFF"/>
                          </a:solidFill>
                        </a:rPr>
                        <a:t>Table</a:t>
                      </a:r>
                      <a:endParaRPr lang="zh-CN" altLang="en-US" sz="150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334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4572327"/>
                  </a:ext>
                </a:extLst>
              </a:tr>
              <a:tr h="825500">
                <a:tc>
                  <a:txBody>
                    <a:bodyPr/>
                    <a:lstStyle/>
                    <a:p>
                      <a:r>
                        <a:rPr lang="en" altLang="zh-CN" sz="1500"/>
                        <a:t>Value</a:t>
                      </a:r>
                      <a:endParaRPr lang="zh-CN" altLang="en-US" sz="15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500" dirty="0"/>
                        <a:t>42</a:t>
                      </a:r>
                      <a:endParaRPr lang="zh-CN" altLang="en-US" sz="15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7891362"/>
                  </a:ext>
                </a:extLst>
              </a:tr>
            </a:tbl>
          </a:graphicData>
        </a:graphic>
      </p:graphicFrame>
      <p:cxnSp>
        <p:nvCxnSpPr>
          <p:cNvPr id="8" name="wpscomposer-b50822204e724bbcbc0ea5d0dbc457ab">
            <a:extLst>
              <a:ext uri="{FF2B5EF4-FFF2-40B4-BE49-F238E27FC236}">
                <a16:creationId xmlns:a16="http://schemas.microsoft.com/office/drawing/2014/main" id="{AFAC129D-8382-A08F-B266-977212B80B7E}"/>
              </a:ext>
            </a:extLst>
          </p:cNvPr>
          <p:cNvCxnSpPr/>
          <p:nvPr/>
        </p:nvCxnSpPr>
        <p:spPr>
          <a:xfrm>
            <a:off x="508000" y="5232400"/>
            <a:ext cx="5715000" cy="0"/>
          </a:xfrm>
          <a:prstGeom prst="line">
            <a:avLst/>
          </a:prstGeom>
          <a:ln w="50800">
            <a:solidFill>
              <a:srgbClr val="AA442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wpscomposer-8929732e0d1a4f1ba0ae7e4dccc89979">
            <a:extLst>
              <a:ext uri="{FF2B5EF4-FFF2-40B4-BE49-F238E27FC236}">
                <a16:creationId xmlns:a16="http://schemas.microsoft.com/office/drawing/2014/main" id="{BA69C200-95B0-3BC9-8F9D-C75E30981DFB}"/>
              </a:ext>
            </a:extLst>
          </p:cNvPr>
          <p:cNvSpPr/>
          <p:nvPr/>
        </p:nvSpPr>
        <p:spPr>
          <a:xfrm>
            <a:off x="7112000" y="1016000"/>
            <a:ext cx="2794000" cy="1524000"/>
          </a:xfrm>
          <a:prstGeom prst="rect">
            <a:avLst/>
          </a:prstGeom>
          <a:solidFill>
            <a:srgbClr val="EECC88"/>
          </a:solidFill>
          <a:ln w="12700" cap="flat" cmpd="sng" algn="ctr">
            <a:solidFill>
              <a:schemeClr val="accent1">
                <a:shade val="15000"/>
                <a:alpha val="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" altLang="zh-CN" sz="1200"/>
              <a:t>Native box</a:t>
            </a:r>
            <a:endParaRPr kumimoji="1" lang="zh-CN" altLang="en-US" sz="1200"/>
          </a:p>
        </p:txBody>
      </p:sp>
      <p:sp>
        <p:nvSpPr>
          <p:cNvPr id="10" name="wpscomposer-9e59e01ae8d9438f8c0cb9eb172275f5">
            <a:extLst>
              <a:ext uri="{FF2B5EF4-FFF2-40B4-BE49-F238E27FC236}">
                <a16:creationId xmlns:a16="http://schemas.microsoft.com/office/drawing/2014/main" id="{62DF08E4-AEDE-6CF1-0F73-3FF35B4A13A8}"/>
              </a:ext>
            </a:extLst>
          </p:cNvPr>
          <p:cNvSpPr txBox="1"/>
          <p:nvPr/>
        </p:nvSpPr>
        <p:spPr>
          <a:xfrm>
            <a:off x="7112000" y="3048000"/>
            <a:ext cx="3810000" cy="43088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kumimoji="1" lang="en" altLang="zh-CN" sz="2200" b="1">
                <a:solidFill>
                  <a:srgbClr val="123456"/>
                </a:solidFill>
              </a:rPr>
              <a:t>Native layout text</a:t>
            </a:r>
            <a:endParaRPr kumimoji="1" lang="zh-CN" altLang="en-US" sz="2200" b="1">
              <a:solidFill>
                <a:srgbClr val="12345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105682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41</Words>
  <Application>Microsoft Macintosh PowerPoint</Application>
  <PresentationFormat>宽屏</PresentationFormat>
  <Paragraphs>22</Paragraphs>
  <Slides>5</Slides>
  <Notes>5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9" baseType="lpstr">
      <vt:lpstr>等线</vt:lpstr>
      <vt:lpstr>等线 Light</vt:lpstr>
      <vt:lpstr>Arial</vt:lpstr>
      <vt:lpstr>Office 主题​​</vt:lpstr>
      <vt:lpstr>Explicit close save native</vt:lpstr>
      <vt:lpstr>Semantic section</vt:lpstr>
      <vt:lpstr>Semantic text</vt:lpstr>
      <vt:lpstr>Semantic bullets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Neo Mei</dc:creator>
  <cp:lastModifiedBy>Neo Mei</cp:lastModifiedBy>
  <cp:revision>4</cp:revision>
  <dcterms:created xsi:type="dcterms:W3CDTF">2026-09-08T15:27:59Z</dcterms:created>
  <dcterms:modified xsi:type="dcterms:W3CDTF">2026-09-08T15:34:44Z</dcterms:modified>
</cp:coreProperties>
</file>