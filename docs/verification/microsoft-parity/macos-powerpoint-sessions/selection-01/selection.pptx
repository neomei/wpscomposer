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F774F-6370-CE43-B701-8DE18CDA93A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03D4C-BF86-3D4B-B383-7F450CFCD4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153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8919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4999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D31EA-874A-8208-9ECF-D49A2E6A9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99CC18-556E-1FAA-1965-4460A5B97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1842D6-D8F3-FBEE-FBB9-1171EE80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944E3C-0E87-E914-8515-D0569749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6A942-B247-0B8C-03A8-6B075EA8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118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B527D-7D08-866B-FF6E-8714C8AD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AF1E67-11EC-0133-743D-8839EBB75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288CC4-2BBF-0B71-A21D-6873796E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6E63F1-3C7C-3A34-3FC9-D782840E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972497-5141-FD80-E0A7-8D66D8D8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4189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A71A3-7E17-F4A7-24BC-8349BC91E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9F8C16-38ED-6038-DE60-44D9816C4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99DFBF-7993-FAA4-2714-271C29CC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9BF688-C206-707D-3644-1DB520F7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DC858-EDD5-E74E-3127-2CF1617B9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5021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2FA2B-F620-17B7-5C28-5D9473CC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5A49BB-1A60-62AC-619E-37801AE26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89A75B-51D8-4F75-5880-A28E3DF6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A88C71-FE1C-F023-EBD1-049FEAAE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62B3DA-7A0A-7BFA-009A-2A9C111F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501DB4-3A70-27AF-FCE0-1BD143A8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819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165CE-F1C5-A7B7-99C9-728B49A3C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8888F4-0D93-2319-3CFD-38461609D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F3B6B6-ADAB-3750-DD83-65FC071F2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E24EDA-1143-2ED5-FF08-71F3CB0EA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4FB760-62FA-96CC-8E78-8E0E6A4D2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64C3B8-35DC-E9D5-95D7-D5A809E5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A35278-2EA4-F0D6-F352-E541895C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CBA3B82-A9DC-97B9-8BFB-B58826E0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492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DB211-9377-57D4-96CF-EA5E2301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52C50E-0576-1376-91ED-BD83D38F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71B727-1E81-F6D1-8C78-0107E597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C9F86D-91D6-8E4E-233E-FB2235F6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432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EEABC8-115A-D5E3-3B66-E65953B7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3195C0-77D7-4B4F-2A78-4EBFD684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C0C6C3-6C3B-E9D1-5D08-235775F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4058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B37B5-F971-EAA5-51B4-A589E2C06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D3B8A6-CF1E-0A0B-C6F4-B74E6ECF2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2FF679-CE76-5E66-4DEA-0F6B0E067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887CCE-75B9-AED1-54D5-83233869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ACF1E5-3EAF-5B3C-2343-8E4D5D490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9FA3C6-C87D-CE16-475E-A1B2E8B8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99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59BC3-98F6-42E3-4501-125F2A937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126C36-6CEC-9503-7D77-93234659A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FCC470-A422-CC82-B614-30266D49A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9993C1-5F16-99D8-97DF-96E2C719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737739-26B1-04B4-DE60-4EB806B9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21ADF7-8E91-A4F6-2866-0585936D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010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4295F-477D-44F7-B2E7-7A140D7C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16D586-6454-47A9-62C0-5EC21EBB6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7937F3-D9FA-A1F1-0B98-0E123B4E9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B1560-658C-8A0F-5EA9-40DD278B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1793E2-7D67-0459-165C-CE136DF8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8152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620D93-D5AC-71FA-3D8F-B798DA21C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8B958D-2295-A43D-B70C-3B49D9C13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7330A1-DC96-6A75-D4A8-B34CF98E0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51F411-CEE7-3F54-60B6-DC44C71F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9B8BDF-0D57-F758-95E6-1425F1B6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213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0F9986-A112-5563-FAF3-6516C0BA8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F98008-16BB-21D5-6FB0-9A7BE3645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612013-F649-FCBE-2871-2502855ED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74B096-3E03-20C5-AB7E-10FFD637A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E3B43A-B00F-6ABF-EBB6-9F18A5456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597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478AE6DC-F1FC-F8C8-1621-D6B0C0E7D99C}"/>
              </a:ext>
            </a:extLst>
          </p:cNvPr>
          <p:cNvSpPr txBox="1"/>
          <p:nvPr/>
        </p:nvSpPr>
        <p:spPr>
          <a:xfrm>
            <a:off x="508000" y="508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800" b="1"/>
              <a:t>Native editable PowerPoint</a:t>
            </a:r>
            <a:endParaRPr kumimoji="1" lang="zh-CN" altLang="en-US" sz="2800" b="1"/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D435BCD9-264E-2FE2-8CD0-78EE12093F05}"/>
              </a:ext>
            </a:extLst>
          </p:cNvPr>
          <p:cNvSpPr/>
          <p:nvPr/>
        </p:nvSpPr>
        <p:spPr>
          <a:xfrm>
            <a:off x="762000" y="1778000"/>
            <a:ext cx="2540000" cy="114300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parity-image">
            <a:extLst>
              <a:ext uri="{FF2B5EF4-FFF2-40B4-BE49-F238E27FC236}">
                <a16:creationId xmlns:a16="http://schemas.microsoft.com/office/drawing/2014/main" id="{80D299DF-E3EF-2CE2-37E0-D83509813B2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1778000"/>
            <a:ext cx="1270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4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A933AA69-00BE-8B19-DDBF-B5CA10DED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359914"/>
              </p:ext>
            </p:extLst>
          </p:nvPr>
        </p:nvGraphicFramePr>
        <p:xfrm>
          <a:off x="508000" y="1270000"/>
          <a:ext cx="635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761494974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96705416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" altLang="zh-CN"/>
                        <a:t>Native table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81312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537731"/>
                  </a:ext>
                </a:extLst>
              </a:tr>
            </a:tbl>
          </a:graphicData>
        </a:graphic>
      </p:graphicFrame>
      <p:sp>
        <p:nvSpPr>
          <p:cNvPr id="3" name="parity-title">
            <a:extLst>
              <a:ext uri="{FF2B5EF4-FFF2-40B4-BE49-F238E27FC236}">
                <a16:creationId xmlns:a16="http://schemas.microsoft.com/office/drawing/2014/main" id="{E15E1F2C-44A8-A994-E8FD-E46D04D86A24}"/>
              </a:ext>
            </a:extLst>
          </p:cNvPr>
          <p:cNvSpPr txBox="1"/>
          <p:nvPr/>
        </p:nvSpPr>
        <p:spPr>
          <a:xfrm>
            <a:off x="508000" y="508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800" b="1"/>
              <a:t>Native editable PowerPoint</a:t>
            </a:r>
            <a:endParaRPr kumimoji="1"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941239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Macintosh PowerPoint</Application>
  <PresentationFormat>全屏显示(4:3)</PresentationFormat>
  <Paragraphs>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2026-09-08T13:50:54Z</dcterms:created>
  <dcterms:modified xsi:type="dcterms:W3CDTF">2026-09-08T15:07:50Z</dcterms:modified>
</cp:coreProperties>
</file>