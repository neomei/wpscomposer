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C5B1E-2629-CA40-8BEE-42D3288AE621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5CA0B1-55E0-1F46-A37B-6DFAC7329AE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5329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CA0B1-55E0-1F46-A37B-6DFAC7329AE1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652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CA0B1-55E0-1F46-A37B-6DFAC7329AE1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8385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CA0B1-55E0-1F46-A37B-6DFAC7329AE1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8800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CA0B1-55E0-1F46-A37B-6DFAC7329AE1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4449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Semantic native notes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CA0B1-55E0-1F46-A37B-6DFAC7329AE1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2132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9E221A-562A-0045-AA76-F1EFD608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ED339AB-A9C9-4A39-C4E7-BB0118351A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D4FE26-D447-1E7B-3041-37B733702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E6E-9079-8E46-919C-D4018D8DB3C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F893E6-F070-7272-E0ED-D10A70E81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31C764-5463-8EB4-D530-DE596BAE2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4E17A-AED4-1648-8978-E29FB9191E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7998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821F8C-D291-4D7C-41D5-1D552A963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2442A8-3B63-42D5-2778-0C502E520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0F5ABB-5C31-8889-E247-776EB7976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E6E-9079-8E46-919C-D4018D8DB3C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1A874-CA7F-966F-7EF8-C4D421E1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FA4E55-E281-5BB2-424F-98A241357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4E17A-AED4-1648-8978-E29FB9191E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9313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B39399-6571-9C6C-5D4F-63619961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DDBD8E-E9C7-09EF-D401-9975B7FB7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80C134-D1B2-3DE2-590F-19A64FC45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E6E-9079-8E46-919C-D4018D8DB3C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36A8DF-360E-B20D-91C4-E850429F3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609903-10A7-EC7A-0EF4-70E3AECDE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4E17A-AED4-1648-8978-E29FB9191E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3829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33FE8-26FC-77E1-66D8-23653BF90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A6A5DA-A044-E020-76F2-8283326B0F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93651E-EE9F-B702-2848-6144CF29D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FBD7A5-B22C-41FA-5EC5-CC67D46F0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E6E-9079-8E46-919C-D4018D8DB3C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E8FCA0-E38C-6657-A929-C057F9DF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620C5B-3406-8ED8-1E7E-3DAC1D303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4E17A-AED4-1648-8978-E29FB9191E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9781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09F7F-8673-A1C6-94E7-F7514FE1D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03841A-7B9A-350A-F024-03138BE21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2A2496-D3FF-FE70-B66E-373598F908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9C67EEE-EE5B-B793-54E0-C6331C0CB6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AD8C804-7068-3611-2057-59078E7574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910B647-0ECF-ED5B-7B0B-42A9828A8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E6E-9079-8E46-919C-D4018D8DB3C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8BF6FE5-01EB-5323-B740-A5B6060A7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BAA2BCA-85D9-FD7C-7B77-B3A5D0620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4E17A-AED4-1648-8978-E29FB9191E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889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736F45-9DFA-198D-306D-AB4B7304F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509C138-B25E-936A-C43F-EB1F515ED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E6E-9079-8E46-919C-D4018D8DB3C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0518ED-87EE-9052-0AE8-1685CE4E3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239B3ED-6A5A-3016-6E67-0496CE58A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4E17A-AED4-1648-8978-E29FB9191E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1569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420EC1C-A188-3F06-DAB5-9E362A0BD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E6E-9079-8E46-919C-D4018D8DB3C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9F06078-F432-FA3F-B8C7-A2B1CBBCF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4531B3-2D62-84CA-310D-338BC3FE1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4E17A-AED4-1648-8978-E29FB9191E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7838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11DA7-2A24-2380-7261-6F34D4A2A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17830B-CABB-2B73-F4A7-FF35475A7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C6BD27-B02C-F03B-36C4-F324DB582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E1222D-3626-966F-6323-1E8EDA145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E6E-9079-8E46-919C-D4018D8DB3C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596097-E17A-4479-B81C-FE9F0E120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0A6603-61AE-6DD2-B5D2-0ED0162A6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4E17A-AED4-1648-8978-E29FB9191E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1469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AD6561-D0F7-D724-4D07-044E9EDF9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7EF0E44-9CD3-2B9F-A5F3-5A1E1A3004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7DA45F-EBE1-9839-0480-E6F746496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711286-AFDA-C611-D294-F66D8B518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E6E-9079-8E46-919C-D4018D8DB3C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163C48-9503-878E-C5DD-419F6D3AF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A71E80-7E58-FB8C-AC70-046E03F87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4E17A-AED4-1648-8978-E29FB9191E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29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4A5B22-3715-29DE-E10A-D855D6CC7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A74ADA-CB49-C5CA-9750-CD81694179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A2BA1B-29F9-A8CE-9A43-C9C01173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E6E-9079-8E46-919C-D4018D8DB3C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C8417E-3817-E54B-E7CF-5DC79D717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A52F7A-0EA6-50FF-1975-08520015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4E17A-AED4-1648-8978-E29FB9191E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2024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A0C919E-4EDB-C62D-E745-D80583F398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980ECC-6E0E-128A-19CF-CEFFEA3C3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4B6FF1-DC6C-07E6-BC68-AF9939981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E6E-9079-8E46-919C-D4018D8DB3C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7A02AE-94A9-62DE-C6A7-DC64C5946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C0406E-D042-DFDE-AE7B-4C244950B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4E17A-AED4-1648-8978-E29FB9191E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8654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837E75-3780-B3BE-9409-BEFAF24D7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40F58C-BE8B-21EF-66B4-08654CA2C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B3E939-BD89-FE0D-53EA-6531ADDB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AE6E-9079-8E46-919C-D4018D8DB3C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8C17FD-8E75-A949-0CD0-FE4CF5A9A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D97865-4A8A-59DA-EA48-1362E1FCE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4E17A-AED4-1648-8978-E29FB9191E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9283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DA7BA4-1C87-29AB-CBD6-368BE08EB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78B4A6-BBFD-23ED-3672-E7271F801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CF335B-54B5-A420-74AC-2D67924986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DAE6E-9079-8E46-919C-D4018D8DB3C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11AD16-2569-D994-7699-6839DC54DB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7A0A42-C7BE-EB85-92FF-FC56396AD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4E17A-AED4-1648-8978-E29FB9191E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2798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AF94B8B-1E6C-EF6D-E136-2364E5C0C7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600">
                <a:solidFill>
                  <a:srgbClr val="003366"/>
                </a:solidFill>
                <a:latin typeface="Arial" panose="020B0604020202020204" pitchFamily="34" charset="0"/>
              </a:rPr>
              <a:t>Semantic native title</a:t>
            </a:r>
            <a:endParaRPr kumimoji="1" lang="zh-CN" altLang="en-US" sz="36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DE20AB9E-E018-3B71-2C3F-D47CA0B964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2000">
                <a:solidFill>
                  <a:srgbClr val="505050"/>
                </a:solidFill>
                <a:latin typeface="Arial" panose="020B0604020202020204" pitchFamily="34" charset="0"/>
              </a:rPr>
              <a:t>Native subtitle</a:t>
            </a:r>
            <a:endParaRPr kumimoji="1" lang="zh-CN" altLang="en-US" sz="2000">
              <a:solidFill>
                <a:srgbClr val="50505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458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DE4CCE3-109B-C0D6-1573-E9EDE0142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600">
                <a:solidFill>
                  <a:srgbClr val="003366"/>
                </a:solidFill>
                <a:latin typeface="Arial" panose="020B0604020202020204" pitchFamily="34" charset="0"/>
              </a:rPr>
              <a:t>Semantic section</a:t>
            </a:r>
            <a:endParaRPr kumimoji="1" lang="zh-CN" altLang="en-US" sz="36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451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4A9B2BD-B947-5F6E-50C4-4F2A65141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600">
                <a:solidFill>
                  <a:srgbClr val="003366"/>
                </a:solidFill>
                <a:latin typeface="Arial" panose="020B0604020202020204" pitchFamily="34" charset="0"/>
              </a:rPr>
              <a:t>Semantic text</a:t>
            </a:r>
            <a:endParaRPr kumimoji="1" lang="zh-CN" altLang="en-US" sz="36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B3227F3-5AE5-7282-419A-1D77DEE1B9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1800">
                <a:solidFill>
                  <a:srgbClr val="212121"/>
                </a:solidFill>
                <a:latin typeface="Arial" panose="020B0604020202020204" pitchFamily="34" charset="0"/>
              </a:rPr>
              <a:t>Plain paragraph</a:t>
            </a:r>
            <a:endParaRPr kumimoji="1" lang="zh-CN" altLang="en-US" sz="1800">
              <a:solidFill>
                <a:srgbClr val="21212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3022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3F870F5-779B-78AD-CDE2-0833D83C8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3600">
                <a:solidFill>
                  <a:srgbClr val="003366"/>
                </a:solidFill>
                <a:latin typeface="Arial" panose="020B0604020202020204" pitchFamily="34" charset="0"/>
              </a:rPr>
              <a:t>Semantic bullets</a:t>
            </a:r>
            <a:endParaRPr kumimoji="1" lang="zh-CN" altLang="en-US" sz="3600">
              <a:solidFill>
                <a:srgbClr val="003366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A6879A-1389-4E16-377C-CFE0A5B7F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1800">
                <a:solidFill>
                  <a:srgbClr val="212121"/>
                </a:solidFill>
                <a:latin typeface="Arial" panose="020B0604020202020204" pitchFamily="34" charset="0"/>
              </a:rPr>
              <a:t>First native bullet</a:t>
            </a:r>
          </a:p>
          <a:p>
            <a:r>
              <a:rPr kumimoji="1" lang="en" altLang="zh-CN" sz="1800">
                <a:solidFill>
                  <a:srgbClr val="212121"/>
                </a:solidFill>
                <a:latin typeface="Arial" panose="020B0604020202020204" pitchFamily="34" charset="0"/>
              </a:rPr>
              <a:t>Second native bullet</a:t>
            </a:r>
            <a:endParaRPr kumimoji="1" lang="zh-CN" altLang="en-US" sz="1800">
              <a:solidFill>
                <a:srgbClr val="21212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365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pscomposer-90e77f6b9ff240248d7f2cb80592ace3">
            <a:extLst>
              <a:ext uri="{FF2B5EF4-FFF2-40B4-BE49-F238E27FC236}">
                <a16:creationId xmlns:a16="http://schemas.microsoft.com/office/drawing/2014/main" id="{56BD81C5-D819-9FE5-B147-2DC9FD76F72D}"/>
              </a:ext>
            </a:extLst>
          </p:cNvPr>
          <p:cNvSpPr txBox="1"/>
          <p:nvPr/>
        </p:nvSpPr>
        <p:spPr>
          <a:xfrm>
            <a:off x="508000" y="381000"/>
            <a:ext cx="3810000" cy="461665"/>
          </a:xfrm>
          <a:prstGeom prst="rect">
            <a:avLst/>
          </a:prstGeom>
          <a:noFill/>
          <a:ln>
            <a:noFill/>
          </a:ln>
        </p:spPr>
        <p:txBody>
          <a:bodyPr vert="horz" rtlCol="0">
            <a:spAutoFit/>
          </a:bodyPr>
          <a:lstStyle/>
          <a:p>
            <a:pPr algn="ctr"/>
            <a:r>
              <a:rPr kumimoji="1" lang="en" altLang="zh-CN" sz="2400" b="1">
                <a:solidFill>
                  <a:srgbClr val="123456"/>
                </a:solidFill>
              </a:rPr>
              <a:t>Native textbox</a:t>
            </a:r>
            <a:endParaRPr kumimoji="1" lang="zh-CN" altLang="en-US" sz="2400" b="1">
              <a:solidFill>
                <a:srgbClr val="123456"/>
              </a:solidFill>
            </a:endParaRPr>
          </a:p>
        </p:txBody>
      </p:sp>
      <p:sp>
        <p:nvSpPr>
          <p:cNvPr id="3" name="wpscomposer-cb5e387015834eaab1b325c509d8be2a">
            <a:extLst>
              <a:ext uri="{FF2B5EF4-FFF2-40B4-BE49-F238E27FC236}">
                <a16:creationId xmlns:a16="http://schemas.microsoft.com/office/drawing/2014/main" id="{9B92C6A3-C3D9-716B-5B9C-48F9F0A71989}"/>
              </a:ext>
            </a:extLst>
          </p:cNvPr>
          <p:cNvSpPr/>
          <p:nvPr/>
        </p:nvSpPr>
        <p:spPr>
          <a:xfrm>
            <a:off x="508000" y="1460500"/>
            <a:ext cx="2286000" cy="1016000"/>
          </a:xfrm>
          <a:prstGeom prst="roundRect">
            <a:avLst/>
          </a:prstGeom>
          <a:solidFill>
            <a:srgbClr val="226699"/>
          </a:solidFill>
          <a:ln w="12700" cap="flat" cmpd="sng" algn="ctr">
            <a:solidFill>
              <a:srgbClr val="FFAA0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/>
              <a:t>Rounded shape</a:t>
            </a:r>
            <a:endParaRPr kumimoji="1" lang="zh-CN" altLang="en-US"/>
          </a:p>
        </p:txBody>
      </p:sp>
      <p:sp>
        <p:nvSpPr>
          <p:cNvPr id="4" name="wpscomposer-e63d92a101614cfd878d8dbd129eb91a">
            <a:extLst>
              <a:ext uri="{FF2B5EF4-FFF2-40B4-BE49-F238E27FC236}">
                <a16:creationId xmlns:a16="http://schemas.microsoft.com/office/drawing/2014/main" id="{3BB6B0E7-6E3A-C157-28E7-7E6699DF6515}"/>
              </a:ext>
            </a:extLst>
          </p:cNvPr>
          <p:cNvSpPr/>
          <p:nvPr/>
        </p:nvSpPr>
        <p:spPr>
          <a:xfrm>
            <a:off x="3175000" y="1460500"/>
            <a:ext cx="1143000" cy="1016000"/>
          </a:xfrm>
          <a:prstGeom prst="ellipse">
            <a:avLst/>
          </a:prstGeom>
          <a:solidFill>
            <a:srgbClr val="33AA88"/>
          </a:solidFill>
          <a:ln w="1270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wpscomposer-ce8f2b0def1141bbb24b38697dcbafaf">
            <a:extLst>
              <a:ext uri="{FF2B5EF4-FFF2-40B4-BE49-F238E27FC236}">
                <a16:creationId xmlns:a16="http://schemas.microsoft.com/office/drawing/2014/main" id="{F9D75D2E-8908-1A05-4519-726C7EFFF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460500"/>
            <a:ext cx="1524000" cy="1524000"/>
          </a:xfrm>
          <a:prstGeom prst="rect">
            <a:avLst/>
          </a:prstGeom>
        </p:spPr>
      </p:pic>
      <p:graphicFrame>
        <p:nvGraphicFramePr>
          <p:cNvPr id="7" name="wpscomposer-42969050703e40b194f857321fe4e7d4">
            <a:extLst>
              <a:ext uri="{FF2B5EF4-FFF2-40B4-BE49-F238E27FC236}">
                <a16:creationId xmlns:a16="http://schemas.microsoft.com/office/drawing/2014/main" id="{6B84CDDE-D99D-E565-4534-719300CF87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511500"/>
              </p:ext>
            </p:extLst>
          </p:nvPr>
        </p:nvGraphicFramePr>
        <p:xfrm>
          <a:off x="508000" y="3302000"/>
          <a:ext cx="57150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60032041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480552709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r>
                        <a:rPr lang="en" altLang="zh-CN" sz="1500" b="1">
                          <a:solidFill>
                            <a:srgbClr val="FFFFFF"/>
                          </a:solidFill>
                        </a:rPr>
                        <a:t>Native</a:t>
                      </a:r>
                      <a:endParaRPr lang="zh-CN" altLang="en-US" sz="15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3344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sz="1500" b="1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zh-CN" altLang="en-US" sz="15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334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35206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lang="en" altLang="zh-CN" sz="1500"/>
                        <a:t>Value</a:t>
                      </a:r>
                      <a:endParaRPr lang="zh-CN" altLang="en-US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500" dirty="0"/>
                        <a:t>42</a:t>
                      </a:r>
                      <a:endParaRPr lang="zh-CN" altLang="en-US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782886"/>
                  </a:ext>
                </a:extLst>
              </a:tr>
            </a:tbl>
          </a:graphicData>
        </a:graphic>
      </p:graphicFrame>
      <p:cxnSp>
        <p:nvCxnSpPr>
          <p:cNvPr id="8" name="wpscomposer-925c69e7b326449e8a95498678e22ad2">
            <a:extLst>
              <a:ext uri="{FF2B5EF4-FFF2-40B4-BE49-F238E27FC236}">
                <a16:creationId xmlns:a16="http://schemas.microsoft.com/office/drawing/2014/main" id="{30ED757D-6C3F-AEFD-89B4-4B420964B8D8}"/>
              </a:ext>
            </a:extLst>
          </p:cNvPr>
          <p:cNvCxnSpPr/>
          <p:nvPr/>
        </p:nvCxnSpPr>
        <p:spPr>
          <a:xfrm>
            <a:off x="508000" y="5232400"/>
            <a:ext cx="5715000" cy="0"/>
          </a:xfrm>
          <a:prstGeom prst="line">
            <a:avLst/>
          </a:prstGeom>
          <a:ln w="50800">
            <a:solidFill>
              <a:srgbClr val="AA44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wpscomposer-542e1064109d42bbb59acc2d3f7ef1bc">
            <a:extLst>
              <a:ext uri="{FF2B5EF4-FFF2-40B4-BE49-F238E27FC236}">
                <a16:creationId xmlns:a16="http://schemas.microsoft.com/office/drawing/2014/main" id="{D165CEAC-3C12-B2FF-9BD1-534CC7F37336}"/>
              </a:ext>
            </a:extLst>
          </p:cNvPr>
          <p:cNvSpPr/>
          <p:nvPr/>
        </p:nvSpPr>
        <p:spPr>
          <a:xfrm>
            <a:off x="7112000" y="1016000"/>
            <a:ext cx="2794000" cy="1524000"/>
          </a:xfrm>
          <a:prstGeom prst="rect">
            <a:avLst/>
          </a:prstGeom>
          <a:solidFill>
            <a:srgbClr val="EECC88"/>
          </a:solidFill>
          <a:ln w="1270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 sz="1200"/>
              <a:t>Native box</a:t>
            </a:r>
            <a:endParaRPr kumimoji="1" lang="zh-CN" altLang="en-US" sz="1200"/>
          </a:p>
        </p:txBody>
      </p:sp>
      <p:sp>
        <p:nvSpPr>
          <p:cNvPr id="10" name="wpscomposer-7b13a5cbe9c7465ab0f6ead05ce1b351">
            <a:extLst>
              <a:ext uri="{FF2B5EF4-FFF2-40B4-BE49-F238E27FC236}">
                <a16:creationId xmlns:a16="http://schemas.microsoft.com/office/drawing/2014/main" id="{F9DF8647-E14D-A798-A435-671245AC356D}"/>
              </a:ext>
            </a:extLst>
          </p:cNvPr>
          <p:cNvSpPr txBox="1"/>
          <p:nvPr/>
        </p:nvSpPr>
        <p:spPr>
          <a:xfrm>
            <a:off x="7112000" y="3048000"/>
            <a:ext cx="381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en" altLang="zh-CN" sz="2200" b="1">
                <a:solidFill>
                  <a:srgbClr val="123456"/>
                </a:solidFill>
              </a:rPr>
              <a:t>Native layout text</a:t>
            </a:r>
            <a:endParaRPr kumimoji="1" lang="zh-CN" altLang="en-US" sz="2200" b="1">
              <a:solidFill>
                <a:srgbClr val="1234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999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Macintosh PowerPoint</Application>
  <PresentationFormat>自定义</PresentationFormat>
  <Paragraphs>22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Semantic native title</vt:lpstr>
      <vt:lpstr>Semantic section</vt:lpstr>
      <vt:lpstr>Semantic text</vt:lpstr>
      <vt:lpstr>Semantic bullets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2026-09-08T15:23:52Z</dcterms:created>
  <dcterms:modified xsi:type="dcterms:W3CDTF">2026-09-08T15:24:32Z</dcterms:modified>
</cp:coreProperties>
</file>