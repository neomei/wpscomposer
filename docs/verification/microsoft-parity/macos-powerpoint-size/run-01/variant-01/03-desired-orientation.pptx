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5143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36" d="100"/>
          <a:sy n="136" d="100"/>
        </p:scale>
        <p:origin x="216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228215-9AFD-781D-2F79-3251A279B6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2" y="841772"/>
            <a:ext cx="9144000" cy="1790700"/>
          </a:xfrm>
        </p:spPr>
        <p:txBody>
          <a:bodyPr anchor="b"/>
          <a:lstStyle>
            <a:lvl1pPr algn="ctr">
              <a:defRPr sz="5999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66A3CD4-4839-7AC0-1F6F-A94A513BC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2" y="2701529"/>
            <a:ext cx="9144000" cy="1241822"/>
          </a:xfrm>
        </p:spPr>
        <p:txBody>
          <a:bodyPr/>
          <a:lstStyle>
            <a:lvl1pPr marL="0" indent="0" algn="ctr">
              <a:buNone/>
              <a:defRPr sz="2401"/>
            </a:lvl1pPr>
            <a:lvl2pPr marL="457205" indent="0" algn="ctr">
              <a:buNone/>
              <a:defRPr sz="2001"/>
            </a:lvl2pPr>
            <a:lvl3pPr marL="914413" indent="0" algn="ctr">
              <a:buNone/>
              <a:defRPr sz="1802"/>
            </a:lvl3pPr>
            <a:lvl4pPr marL="1371618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8" indent="0" algn="ctr">
              <a:buNone/>
              <a:defRPr sz="1600"/>
            </a:lvl6pPr>
            <a:lvl7pPr marL="2743235" indent="0" algn="ctr">
              <a:buNone/>
              <a:defRPr sz="1600"/>
            </a:lvl7pPr>
            <a:lvl8pPr marL="3200441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ECE180-55DD-E4F1-3753-47EF283ED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DA6073-189A-D75E-62C0-BBEFFF4AF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FD71B2-EB15-1762-494D-47009AAF2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2778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B1DA3F-772A-45D1-9198-81486F9F5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C7EEE5-68E6-3717-8793-172ABB5CA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F73D64-2199-18AC-B0D3-931CFE783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DCB864-79A6-74C9-EAC6-A09A3152A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1FFBCB-3A70-A9B8-AF86-A04C83D3F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7173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8ECC12-15E4-0737-140D-BA64D8A8A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282304"/>
            <a:ext cx="10515601" cy="2139553"/>
          </a:xfrm>
        </p:spPr>
        <p:txBody>
          <a:bodyPr anchor="b"/>
          <a:lstStyle>
            <a:lvl1pPr>
              <a:defRPr sz="5999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4EF8BE-1F05-89FA-C2DE-F3E8C3BF4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3442098"/>
            <a:ext cx="10515601" cy="1125140"/>
          </a:xfrm>
        </p:spPr>
        <p:txBody>
          <a:bodyPr/>
          <a:lstStyle>
            <a:lvl1pPr marL="0" indent="0">
              <a:buNone/>
              <a:defRPr sz="2401">
                <a:solidFill>
                  <a:schemeClr val="tx1">
                    <a:tint val="75000"/>
                  </a:schemeClr>
                </a:solidFill>
              </a:defRPr>
            </a:lvl1pPr>
            <a:lvl2pPr marL="457205" indent="0">
              <a:buNone/>
              <a:defRPr sz="2001">
                <a:solidFill>
                  <a:schemeClr val="tx1">
                    <a:tint val="75000"/>
                  </a:schemeClr>
                </a:solidFill>
              </a:defRPr>
            </a:lvl2pPr>
            <a:lvl3pPr marL="914413" indent="0">
              <a:buNone/>
              <a:defRPr sz="1802">
                <a:solidFill>
                  <a:schemeClr val="tx1">
                    <a:tint val="75000"/>
                  </a:schemeClr>
                </a:solidFill>
              </a:defRPr>
            </a:lvl3pPr>
            <a:lvl4pPr marL="13716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DAA55E-901C-9D52-14EF-6616A7186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F8E8A7-4B1E-9797-1BCF-AF55554EB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2E020-C34D-573D-E018-12BEDF3CE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013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A3DCA3-2012-C0EA-1A4B-CC89F67A7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4E8556-D5DD-0C82-EABA-C6591E3541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369219"/>
            <a:ext cx="5181601" cy="326350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532028-CF8C-8D9E-465A-CF6F35257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69219"/>
            <a:ext cx="5181601" cy="326350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629F6A-5FBF-7BFA-0287-ED156B846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6252C1-77F8-3898-1426-19E9D4701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B0E01D-9583-BAD1-5B59-F0B0E462E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7052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514EE-7B8D-9648-7B54-9DB48EE66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273844"/>
            <a:ext cx="10515601" cy="99417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2AD06E-D034-F86D-2509-FAB32B648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260872"/>
            <a:ext cx="5157786" cy="617934"/>
          </a:xfrm>
        </p:spPr>
        <p:txBody>
          <a:bodyPr anchor="b"/>
          <a:lstStyle>
            <a:lvl1pPr marL="0" indent="0">
              <a:buNone/>
              <a:defRPr sz="2401" b="1"/>
            </a:lvl1pPr>
            <a:lvl2pPr marL="457205" indent="0">
              <a:buNone/>
              <a:defRPr sz="2001" b="1"/>
            </a:lvl2pPr>
            <a:lvl3pPr marL="914413" indent="0">
              <a:buNone/>
              <a:defRPr sz="1802" b="1"/>
            </a:lvl3pPr>
            <a:lvl4pPr marL="1371618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8" indent="0">
              <a:buNone/>
              <a:defRPr sz="1600" b="1"/>
            </a:lvl6pPr>
            <a:lvl7pPr marL="2743235" indent="0">
              <a:buNone/>
              <a:defRPr sz="1600" b="1"/>
            </a:lvl7pPr>
            <a:lvl8pPr marL="3200441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3EBE44-56C6-D18F-2DE9-4A4F12E685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1878807"/>
            <a:ext cx="5157786" cy="2763441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0D3584D-3821-5C6C-1219-7755D0B65C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4" y="1260872"/>
            <a:ext cx="5183187" cy="617934"/>
          </a:xfrm>
        </p:spPr>
        <p:txBody>
          <a:bodyPr anchor="b"/>
          <a:lstStyle>
            <a:lvl1pPr marL="0" indent="0">
              <a:buNone/>
              <a:defRPr sz="2401" b="1"/>
            </a:lvl1pPr>
            <a:lvl2pPr marL="457205" indent="0">
              <a:buNone/>
              <a:defRPr sz="2001" b="1"/>
            </a:lvl2pPr>
            <a:lvl3pPr marL="914413" indent="0">
              <a:buNone/>
              <a:defRPr sz="1802" b="1"/>
            </a:lvl3pPr>
            <a:lvl4pPr marL="1371618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8" indent="0">
              <a:buNone/>
              <a:defRPr sz="1600" b="1"/>
            </a:lvl6pPr>
            <a:lvl7pPr marL="2743235" indent="0">
              <a:buNone/>
              <a:defRPr sz="1600" b="1"/>
            </a:lvl7pPr>
            <a:lvl8pPr marL="3200441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ABD17AA-995D-D12D-BB9C-F60880A5BE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4" y="1878807"/>
            <a:ext cx="5183187" cy="2763441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23A03A-A99F-FC31-D1CB-F0CA5D495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3A18C17-E0BA-ACDB-567C-F24FF27A8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3F27D5B-B4E7-7459-9E5E-A0B6B8949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7354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38D0A5-550B-185B-7589-C361FD240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96B34C-0E43-0855-281C-019CAD903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184EB0C-56E5-16E7-97B1-E59A10FF9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73C407-CCBF-481B-609F-1D6DADF5F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9885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BEDD294-446F-9D35-FFBD-7B10FFB4A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C8A3D41-76C9-29EF-5204-B70465ECA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420589-F5D6-FDDD-1BDC-65169BF95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5038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4E7279-06CB-2D5D-9AAA-8CB29E164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42900"/>
            <a:ext cx="3932236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2767CC-9D0B-DC46-497C-ED505390D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1" y="740569"/>
            <a:ext cx="6172200" cy="3655219"/>
          </a:xfrm>
        </p:spPr>
        <p:txBody>
          <a:bodyPr/>
          <a:lstStyle>
            <a:lvl1pPr>
              <a:defRPr sz="3200"/>
            </a:lvl1pPr>
            <a:lvl2pPr>
              <a:defRPr sz="2799"/>
            </a:lvl2pPr>
            <a:lvl3pPr>
              <a:defRPr sz="2401"/>
            </a:lvl3pPr>
            <a:lvl4pPr>
              <a:defRPr sz="2001"/>
            </a:lvl4pPr>
            <a:lvl5pPr>
              <a:defRPr sz="2001"/>
            </a:lvl5pPr>
            <a:lvl6pPr>
              <a:defRPr sz="2001"/>
            </a:lvl6pPr>
            <a:lvl7pPr>
              <a:defRPr sz="2001"/>
            </a:lvl7pPr>
            <a:lvl8pPr>
              <a:defRPr sz="2001"/>
            </a:lvl8pPr>
            <a:lvl9pPr>
              <a:defRPr sz="200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6B7AA9-4127-D98B-7C17-680F9DE4A3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1543050"/>
            <a:ext cx="3932236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5" indent="0">
              <a:buNone/>
              <a:defRPr sz="1401"/>
            </a:lvl2pPr>
            <a:lvl3pPr marL="914413" indent="0">
              <a:buNone/>
              <a:defRPr sz="1199"/>
            </a:lvl3pPr>
            <a:lvl4pPr marL="1371618" indent="0">
              <a:buNone/>
              <a:defRPr sz="1000"/>
            </a:lvl4pPr>
            <a:lvl5pPr marL="1828823" indent="0">
              <a:buNone/>
              <a:defRPr sz="1000"/>
            </a:lvl5pPr>
            <a:lvl6pPr marL="2286028" indent="0">
              <a:buNone/>
              <a:defRPr sz="1000"/>
            </a:lvl6pPr>
            <a:lvl7pPr marL="2743235" indent="0">
              <a:buNone/>
              <a:defRPr sz="1000"/>
            </a:lvl7pPr>
            <a:lvl8pPr marL="3200441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F747AA-4B2A-F958-60CE-DC4E901DB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C8FE8E-B11A-66F6-98CC-23D93808F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F0E274-876E-ACCF-A390-A14BF9259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9233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981CAA-0CC9-982A-51F3-F078FD6A2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42900"/>
            <a:ext cx="3932236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AA44A9-B806-6157-8A46-9EBC99AC83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91" y="740569"/>
            <a:ext cx="6172200" cy="3655219"/>
          </a:xfrm>
        </p:spPr>
        <p:txBody>
          <a:bodyPr/>
          <a:lstStyle>
            <a:lvl1pPr marL="0" indent="0">
              <a:buNone/>
              <a:defRPr sz="3200"/>
            </a:lvl1pPr>
            <a:lvl2pPr marL="457205" indent="0">
              <a:buNone/>
              <a:defRPr sz="2799"/>
            </a:lvl2pPr>
            <a:lvl3pPr marL="914413" indent="0">
              <a:buNone/>
              <a:defRPr sz="2401"/>
            </a:lvl3pPr>
            <a:lvl4pPr marL="1371618" indent="0">
              <a:buNone/>
              <a:defRPr sz="2001"/>
            </a:lvl4pPr>
            <a:lvl5pPr marL="1828823" indent="0">
              <a:buNone/>
              <a:defRPr sz="2001"/>
            </a:lvl5pPr>
            <a:lvl6pPr marL="2286028" indent="0">
              <a:buNone/>
              <a:defRPr sz="2001"/>
            </a:lvl6pPr>
            <a:lvl7pPr marL="2743235" indent="0">
              <a:buNone/>
              <a:defRPr sz="2001"/>
            </a:lvl7pPr>
            <a:lvl8pPr marL="3200441" indent="0">
              <a:buNone/>
              <a:defRPr sz="2001"/>
            </a:lvl8pPr>
            <a:lvl9pPr marL="3657646" indent="0">
              <a:buNone/>
              <a:defRPr sz="2001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AC0BCD-AFD0-5222-C9F5-DAD4945F4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1543050"/>
            <a:ext cx="3932236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5" indent="0">
              <a:buNone/>
              <a:defRPr sz="1401"/>
            </a:lvl2pPr>
            <a:lvl3pPr marL="914413" indent="0">
              <a:buNone/>
              <a:defRPr sz="1199"/>
            </a:lvl3pPr>
            <a:lvl4pPr marL="1371618" indent="0">
              <a:buNone/>
              <a:defRPr sz="1000"/>
            </a:lvl4pPr>
            <a:lvl5pPr marL="1828823" indent="0">
              <a:buNone/>
              <a:defRPr sz="1000"/>
            </a:lvl5pPr>
            <a:lvl6pPr marL="2286028" indent="0">
              <a:buNone/>
              <a:defRPr sz="1000"/>
            </a:lvl6pPr>
            <a:lvl7pPr marL="2743235" indent="0">
              <a:buNone/>
              <a:defRPr sz="1000"/>
            </a:lvl7pPr>
            <a:lvl8pPr marL="3200441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2B9335-6527-C246-8E41-695771FE8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847E2F-7355-649E-52C1-ECE932E83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3BBF16-EC24-5B16-4638-B6C2DB39D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0956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4ECAB-3D3F-121C-8FC4-9179A7301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D515FA-F0CA-F5DC-F162-9FA2763DA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F88C1D-FB01-892A-AD9B-8BB480415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EEB607-9BB7-4026-48C1-C8C763D7E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FE84EB-65B2-37E8-4DAB-BD25FE361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9827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F40CAD5-D183-1E87-67BB-EE1673F121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273844"/>
            <a:ext cx="2628900" cy="435887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34A2F9-CD9D-6826-C8BF-D704C15099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273844"/>
            <a:ext cx="7734300" cy="435887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59E5B8-2D8D-320C-943A-D29B74552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837552-1426-903D-1FF6-78B774BF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18F80B-711D-AC75-8CC8-B090ED2D8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2877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CB9B848-5E56-49E4-2099-1ADB95D31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273844"/>
            <a:ext cx="10515601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7243CD-21AB-D3EC-DE2C-42558A16E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369219"/>
            <a:ext cx="10515601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F10662-BC36-A175-C45F-D8904A0718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4767264"/>
            <a:ext cx="27432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0D776-3266-4F43-AC79-115AB450D79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591E49-6355-971F-727F-947206E31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3" y="4767264"/>
            <a:ext cx="41147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B4B92B-6E53-99ED-D9F9-D58C99AFC6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4767264"/>
            <a:ext cx="27432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ADDF29-9328-594A-9742-2B22DA3E67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1853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3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6" indent="-228604" algn="l" defTabSz="91441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9" indent="-228604" algn="l" defTabSz="91441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13" rtl="0" eaLnBrk="1" latinLnBrk="0" hangingPunct="1">
        <a:defRPr sz="1802" kern="1200">
          <a:solidFill>
            <a:schemeClr val="tx1"/>
          </a:solidFill>
          <a:latin typeface="+mn-lt"/>
          <a:ea typeface="+mn-ea"/>
          <a:cs typeface="+mn-cs"/>
        </a:defRPr>
      </a:lvl1pPr>
      <a:lvl2pPr marL="457205" algn="l" defTabSz="914413" rtl="0" eaLnBrk="1" latinLnBrk="0" hangingPunct="1">
        <a:defRPr sz="1802" kern="1200">
          <a:solidFill>
            <a:schemeClr val="tx1"/>
          </a:solidFill>
          <a:latin typeface="+mn-lt"/>
          <a:ea typeface="+mn-ea"/>
          <a:cs typeface="+mn-cs"/>
        </a:defRPr>
      </a:lvl2pPr>
      <a:lvl3pPr marL="914413" algn="l" defTabSz="914413" rtl="0" eaLnBrk="1" latinLnBrk="0" hangingPunct="1"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8" algn="l" defTabSz="914413" rtl="0" eaLnBrk="1" latinLnBrk="0" hangingPunct="1">
        <a:defRPr sz="1802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3" rtl="0" eaLnBrk="1" latinLnBrk="0" hangingPunct="1">
        <a:defRPr sz="1802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8" algn="l" defTabSz="914413" rtl="0" eaLnBrk="1" latinLnBrk="0" hangingPunct="1">
        <a:defRPr sz="1802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5" algn="l" defTabSz="914413" rtl="0" eaLnBrk="1" latinLnBrk="0" hangingPunct="1">
        <a:defRPr sz="1802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1" algn="l" defTabSz="914413" rtl="0" eaLnBrk="1" latinLnBrk="0" hangingPunct="1">
        <a:defRPr sz="1802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3" rtl="0" eaLnBrk="1" latinLnBrk="0" hangingPunct="1">
        <a:defRPr sz="18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pscomposer-73dc44cdeca34b9488e0ddaa62dbda09">
            <a:extLst>
              <a:ext uri="{FF2B5EF4-FFF2-40B4-BE49-F238E27FC236}">
                <a16:creationId xmlns:a16="http://schemas.microsoft.com/office/drawing/2014/main" id="{61BDBFDE-FBE5-ACD8-698E-F1789D439CEB}"/>
              </a:ext>
            </a:extLst>
          </p:cNvPr>
          <p:cNvSpPr txBox="1"/>
          <p:nvPr/>
        </p:nvSpPr>
        <p:spPr>
          <a:xfrm>
            <a:off x="381003" y="-476250"/>
            <a:ext cx="3301999" cy="369653"/>
          </a:xfrm>
          <a:prstGeom prst="rect">
            <a:avLst/>
          </a:prstGeom>
          <a:noFill/>
          <a:ln>
            <a:noFill/>
          </a:ln>
        </p:spPr>
        <p:txBody>
          <a:bodyPr vert="horz" rtlCol="0">
            <a:spAutoFit/>
          </a:bodyPr>
          <a:lstStyle/>
          <a:p>
            <a:r>
              <a:rPr kumimoji="1" lang="en" altLang="zh-CN" sz="1802"/>
              <a:t>Size probe 720 x 405</a:t>
            </a:r>
            <a:endParaRPr kumimoji="1" lang="zh-CN" altLang="en-US" sz="1802"/>
          </a:p>
        </p:txBody>
      </p:sp>
    </p:spTree>
    <p:extLst>
      <p:ext uri="{BB962C8B-B14F-4D97-AF65-F5344CB8AC3E}">
        <p14:creationId xmlns:p14="http://schemas.microsoft.com/office/powerpoint/2010/main" val="405605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Macintosh PowerPoint</Application>
  <PresentationFormat>自定义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5</cp:revision>
  <dcterms:created xsi:type="dcterms:W3CDTF">2026-09-08T17:46:43Z</dcterms:created>
  <dcterms:modified xsi:type="dcterms:W3CDTF">2026-09-08T17:46:54Z</dcterms:modified>
</cp:coreProperties>
</file>