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28215-9AFD-781D-2F79-3251A279B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6A3CD4-4839-7AC0-1F6F-A94A513BC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CE180-55DD-E4F1-3753-47EF283E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A6073-189A-D75E-62C0-BBEFFF4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FD71B2-EB15-1762-494D-47009AAF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277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1DA3F-772A-45D1-9198-81486F9F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7EEE5-68E6-3717-8793-172ABB5C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73D64-2199-18AC-B0D3-931CFE78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CB864-79A6-74C9-EAC6-A09A3152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FFBCB-3A70-A9B8-AF86-A04C83D3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717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ECC12-15E4-0737-140D-BA64D8A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4EF8BE-1F05-89FA-C2DE-F3E8C3BF4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AA55E-901C-9D52-14EF-6616A718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8E8A7-4B1E-9797-1BCF-AF55554E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2E020-C34D-573D-E018-12BEDF3C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013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3DCA3-2012-C0EA-1A4B-CC89F67A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E8556-D5DD-0C82-EABA-C6591E354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532028-CF8C-8D9E-465A-CF6F35257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629F6A-5FBF-7BFA-0287-ED156B84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6252C1-77F8-3898-1426-19E9D470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B0E01D-9583-BAD1-5B59-F0B0E462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05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514EE-7B8D-9648-7B54-9DB48EE6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2AD06E-D034-F86D-2509-FAB32B64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3EBE44-56C6-D18F-2DE9-4A4F12E68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D3584D-3821-5C6C-1219-7755D0B65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BD17AA-995D-D12D-BB9C-F60880A5B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3A03A-A99F-FC31-D1CB-F0CA5D49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A18C17-E0BA-ACDB-567C-F24FF27A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F27D5B-B4E7-7459-9E5E-A0B6B894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735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8D0A5-550B-185B-7589-C361FD24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96B34C-0E43-0855-281C-019CAD90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84EB0C-56E5-16E7-97B1-E59A10FF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73C407-CCBF-481B-609F-1D6DADF5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988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EDD294-446F-9D35-FFBD-7B10FFB4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8A3D41-76C9-29EF-5204-B70465EC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420589-F5D6-FDDD-1BDC-65169BF9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503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E7279-06CB-2D5D-9AAA-8CB29E16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767CC-9D0B-DC46-497C-ED505390D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6B7AA9-4127-D98B-7C17-680F9DE4A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F747AA-4B2A-F958-60CE-DC4E901D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C8FE8E-B11A-66F6-98CC-23D93808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F0E274-876E-ACCF-A390-A14BF925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23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81CAA-0CC9-982A-51F3-F078FD6A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AA44A9-B806-6157-8A46-9EBC99AC8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AC0BCD-AFD0-5222-C9F5-DAD4945F4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2B9335-6527-C246-8E41-695771FE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847E2F-7355-649E-52C1-ECE932E8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3BBF16-EC24-5B16-4638-B6C2DB39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095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4ECAB-3D3F-121C-8FC4-9179A730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D515FA-F0CA-F5DC-F162-9FA2763DA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88C1D-FB01-892A-AD9B-8BB48041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EB607-9BB7-4026-48C1-C8C763D7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E84EB-65B2-37E8-4DAB-BD25FE36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82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40CAD5-D183-1E87-67BB-EE1673F12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4A2F9-CD9D-6826-C8BF-D704C1509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9E5B8-2D8D-320C-943A-D29B7455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37552-1426-903D-1FF6-78B774BF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18F80B-711D-AC75-8CC8-B090ED2D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87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B9B848-5E56-49E4-2099-1ADB95D3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7243CD-21AB-D3EC-DE2C-42558A16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10662-BC36-A175-C45F-D8904A071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591E49-6355-971F-727F-947206E31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4B92B-6E53-99ED-D9F9-D58C99AFC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185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73dc44cdeca34b9488e0ddaa62dbda09">
            <a:extLst>
              <a:ext uri="{FF2B5EF4-FFF2-40B4-BE49-F238E27FC236}">
                <a16:creationId xmlns:a16="http://schemas.microsoft.com/office/drawing/2014/main" id="{61BDBFDE-FBE5-ACD8-698E-F1789D439CEB}"/>
              </a:ext>
            </a:extLst>
          </p:cNvPr>
          <p:cNvSpPr txBox="1"/>
          <p:nvPr/>
        </p:nvSpPr>
        <p:spPr>
          <a:xfrm>
            <a:off x="285753" y="-357187"/>
            <a:ext cx="2476499" cy="300403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r>
              <a:rPr kumimoji="1" lang="en" altLang="zh-CN" sz="1352"/>
              <a:t>Size probe 720 x 405</a:t>
            </a:r>
            <a:endParaRPr kumimoji="1" lang="zh-CN" altLang="en-US" sz="1352"/>
          </a:p>
        </p:txBody>
      </p:sp>
    </p:spTree>
    <p:extLst>
      <p:ext uri="{BB962C8B-B14F-4D97-AF65-F5344CB8AC3E}">
        <p14:creationId xmlns:p14="http://schemas.microsoft.com/office/powerpoint/2010/main" val="40560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6</cp:revision>
  <dcterms:created xsi:type="dcterms:W3CDTF">2026-09-08T17:46:43Z</dcterms:created>
  <dcterms:modified xsi:type="dcterms:W3CDTF">2026-09-08T17:46:57Z</dcterms:modified>
</cp:coreProperties>
</file>