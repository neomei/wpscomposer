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DBB21-102D-88DA-2D8A-B054E186B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72FC0D-57DB-9302-7922-32528BA5A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8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E042D-2EEF-FD7E-5D4E-72BFF044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1AE03-9AF8-CAEA-943D-E87B63D7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09900-93BA-0ECE-49D7-2A0978E4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932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EFC26-E1BA-C3EE-BB52-4D05290F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C3D64A-600E-5AAF-0E02-29DB3612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4FB06-9BD4-6156-2E72-FA64AFFC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6399A-BB14-FB5B-30B5-7346FD23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E76AB-4DD9-BB16-0635-7F2AE9F7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7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562C1-CB46-66DD-8A78-3007F8E9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0742A-7B44-8562-65C0-986E483A4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6119287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A13AB-76F1-EC4B-15ED-0D2450C4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F63A1-876B-334A-434B-D79BACF6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49540-DB5A-C5CD-E623-224347D6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12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6495C-B6B0-9D18-FAF3-4E196E88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6EA7F-FDAA-D38F-64CC-7A5748EBA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018AC-5C17-93D0-C569-B64114F97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8054DA-9AAF-E50F-49BA-F901BD41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4BDA9E-FEF8-FE76-1C82-BDC69715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FD15F-1DB5-6445-05F8-426B51FE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641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F75BC-C44B-ECD5-4263-BB9D4F06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5"/>
            <a:ext cx="4436269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25DE95-8624-19AC-6F18-A43B999A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241552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22590E-1ADD-C2E6-1B20-12394AD6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1A998A-21B2-4A4B-29B1-B37F7A439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2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B667A3-0572-F23F-8231-86E3274FC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3F42-890A-6527-DB96-9BBBC842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01704C-8069-FC83-A4BB-15B62EB2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6B408-303A-0A3C-20B3-A52D88E6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54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F0D0B-C636-E6AD-0D97-45C6E5B8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46C44E-8191-5707-D902-0E0BF7C2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35C31D-15B0-98AC-25B5-7905A048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9F80AB-788E-BAC2-9AB2-1C49D9CF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722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09FE40-39C7-29B9-921C-999C719F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78AE40-E308-2102-0B58-7948FF3C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AAA7E-4D75-D777-F813-0A96E71A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90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A6A6A-DB9C-0106-5B18-FAA48188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7DEFE-554C-635D-67E9-0ACF5A69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6329AC-3A39-C91C-8EAE-707846D7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72A435-1D93-E970-AD1F-E9E514F9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0DECA4-87D0-BA2A-5B3A-FDE4385F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446DE-086A-252C-BB87-2EEF9D7E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744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C977F-20F5-DB62-3A65-4A9CD006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BCACB3-806E-5A51-9849-7618DC17C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E0A453-B40D-94EF-1A1A-95E2FE424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663F07-E76A-4067-368C-25F74587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F11A95-AB4F-84BD-1A44-F740D1E8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4F3C2-1C4C-BCEC-186E-0DBEE348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25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37B3A-9A7C-0836-0D17-127736A1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39363E-30B7-61BE-59CC-5884C17E0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7CA751-872C-56A1-E90E-E0BEFE67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82C5A-C95D-22D0-3AFE-566A3F07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5A8CC-8E29-5EE3-3412-29527420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02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4E3616-673D-1715-61DE-6EF82DBD9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117A1F-A36F-D0E1-28E1-79E90EAE5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61F64-0AB2-4444-5CE5-499E48DE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54556-C4A1-97C4-EACB-5FEEFB6E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26525-9444-D2BF-C513-019CB55A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8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317C49-9192-3219-36B0-5C37793E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DEF426-9C8D-203F-F59B-C997759F6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85654-4261-005A-905E-777BD8A88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5D09A-4C6F-E4A2-EA65-D51615DF9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7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C22F7-9E30-023A-F071-33EB974D2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353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37fd66ccdf5144619b5e817ff1be7481">
            <a:extLst>
              <a:ext uri="{FF2B5EF4-FFF2-40B4-BE49-F238E27FC236}">
                <a16:creationId xmlns:a16="http://schemas.microsoft.com/office/drawing/2014/main" id="{FE7C8620-3D5F-9FAA-9A38-9255F6E5E5CC}"/>
              </a:ext>
            </a:extLst>
          </p:cNvPr>
          <p:cNvSpPr txBox="1"/>
          <p:nvPr/>
        </p:nvSpPr>
        <p:spPr>
          <a:xfrm>
            <a:off x="160735" y="3286125"/>
            <a:ext cx="1393031" cy="209288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 sz="760"/>
              <a:t>Size probe 405 x 720</a:t>
            </a:r>
            <a:endParaRPr kumimoji="1" lang="zh-CN" altLang="en-US" sz="760"/>
          </a:p>
        </p:txBody>
      </p:sp>
    </p:spTree>
    <p:extLst>
      <p:ext uri="{BB962C8B-B14F-4D97-AF65-F5344CB8AC3E}">
        <p14:creationId xmlns:p14="http://schemas.microsoft.com/office/powerpoint/2010/main" val="124401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5</cp:revision>
  <dcterms:created xsi:type="dcterms:W3CDTF">2026-09-08T17:47:10Z</dcterms:created>
  <dcterms:modified xsi:type="dcterms:W3CDTF">2026-09-08T17:47:25Z</dcterms:modified>
</cp:coreProperties>
</file>