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9FC80-948B-BC45-85AF-D4F58998F15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078EC-95AA-6E43-98CB-69D10812669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8044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078EC-95AA-6E43-98CB-69D10812669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9593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EACF-44EA-3CB2-87CB-D7019A596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76C8EE-37D9-C7BB-04AA-CF824C162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249DB-6162-7AC5-F641-E72A470C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C007D-EDFA-7F06-434E-6DA28120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96ADD-2B9D-5787-FEAD-54047F6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2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0AA4C-9C4A-7311-11A5-6E62A421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9C4E4-7EE6-B0DB-C757-C8D4976C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51211-0977-72BD-555A-92FCE94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92FEA9-0CA6-572B-0DF6-310E928C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745D5-99AE-3D50-F6D7-5CF25625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14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B060-1E1A-DAD2-4F46-17FF1248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3FA70E-0856-F4DD-1278-5C656C0A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302E8-6C39-8D0E-0DCD-4E47B5F7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089DB-7BC7-B16C-5105-861D5A1A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5497B-5D19-8B06-56E2-5348709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50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66FB2-594E-C984-9A29-16BCBCF2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4694B-2DB6-E628-125D-1F7E44156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1D2D4-A6FE-87FA-935F-3181CFBE3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F8E84-8529-AA9C-7B91-5E72487D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3E48E-6A9D-DC6E-CF7F-715ED8432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BC2C9-A316-455E-F057-CC79EFB0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77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248E6-C7A7-6BBA-5D70-0B6F58DD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95238-F97B-5ECC-C3BF-25D1E94F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8B1-68CF-5950-3215-9DCCA05F6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B41895-7053-297C-B260-7CD80E38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D12F72-AB39-8ED6-F185-31CC491E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8020F8-3005-EBCA-273D-63B57696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EEAC1B-D7C9-74B7-3CC6-C93B11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EAA3D-D86C-089F-B34E-478CF909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065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D84C1-E9C3-A7EF-7085-C289CE68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14E69E-DBC1-0DA6-FD51-8F9F672F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77B51A-47BA-0B12-6410-4485600C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63A96C-01FE-6B42-2A9E-3BD9DE49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880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C8BE08-7F01-3EC4-0F4D-9240FFEF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62573C-35D4-275B-506E-086DF4FE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F717FE-9591-022A-11C0-E4C7AE2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93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7D3DD-5971-7DD9-D467-BFED76DA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824AA-9EDC-AA7A-24E0-3F79CCC3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F4D4AC-11BE-F621-B7B8-3EAF85907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D42200-B695-B52F-00B1-D65EDFE0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F2A1E-AE44-302B-DC22-2692DFDD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BC56C-132B-1D61-ED08-608F1BFB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8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A5F19-E742-80B7-C888-94D879A4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F03969-7BF7-70D3-F442-167B121F5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5CCA41-05F4-DA5E-5AD9-188D9C527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C22C5-0915-226D-EF72-2C516F7C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1ADA52-3196-B604-48FB-3AC3B207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D2C51-C7AA-2F9E-E5C7-B6F89C7B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23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D2269-8257-E5B0-B63A-D0E679D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116122-C89F-5006-8260-9C8F9BCA2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2B5B0-C54D-EFD4-283C-353981E6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86155-C7B5-98D9-9202-00D59936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74FDD-5CB5-8540-C5F6-95051B6E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47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8C593C-6AC8-0ED9-139D-B380FCC14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679F39-630E-B0C7-5F70-9427FC0D6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729B6-8CBD-A182-C603-40D2DA46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0D326-9CFE-8382-3698-CBB87BBA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0F6F6-62E5-A0C8-EB1A-728CF22F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1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A6E738-F328-E5FD-1BD6-5F480F9A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E502BF-AD60-43CA-6726-14698ABD3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59291-1555-67D4-A8B2-085BED726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724D7-08EA-BB77-C3A7-61BA4D40A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6630E-E427-9908-9F1A-32A04E2DD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00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525a6871398941e083551d2d5b247fcb">
            <a:extLst>
              <a:ext uri="{FF2B5EF4-FFF2-40B4-BE49-F238E27FC236}">
                <a16:creationId xmlns:a16="http://schemas.microsoft.com/office/drawing/2014/main" id="{45025DD2-F571-6E80-4C18-CA96450F9C91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Size probe 720 x 405</a:t>
            </a:r>
            <a:endParaRPr kumimoji="1" lang="zh-CN" altLang="en-US"/>
          </a:p>
        </p:txBody>
      </p:sp>
      <p:sp>
        <p:nvSpPr>
          <p:cNvPr id="3" name="wpscomposer-45da3ba423ef4231b5af7eb7fd142529">
            <a:extLst>
              <a:ext uri="{FF2B5EF4-FFF2-40B4-BE49-F238E27FC236}">
                <a16:creationId xmlns:a16="http://schemas.microsoft.com/office/drawing/2014/main" id="{E2956AA9-B0B0-2BD7-B906-87B757525753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735728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6</cp:revision>
  <dcterms:created xsi:type="dcterms:W3CDTF">2026-09-08T17:52:11Z</dcterms:created>
  <dcterms:modified xsi:type="dcterms:W3CDTF">2026-09-08T17:52:34Z</dcterms:modified>
</cp:coreProperties>
</file>