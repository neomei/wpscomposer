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5143500" cy="12192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68" d="100"/>
          <a:sy n="68" d="100"/>
        </p:scale>
        <p:origin x="430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9DEACF-44EA-3CB2-87CB-D7019A596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938" y="1995312"/>
            <a:ext cx="3857625" cy="4244622"/>
          </a:xfrm>
        </p:spPr>
        <p:txBody>
          <a:bodyPr anchor="b"/>
          <a:lstStyle>
            <a:lvl1pPr algn="ctr"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76C8EE-37D9-C7BB-04AA-CF824C1629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2938" y="6403624"/>
            <a:ext cx="3857625" cy="2943577"/>
          </a:xfrm>
        </p:spPr>
        <p:txBody>
          <a:bodyPr/>
          <a:lstStyle>
            <a:lvl1pPr marL="0" indent="0" algn="ctr">
              <a:buNone/>
              <a:defRPr sz="1013"/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60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7249DB-6162-7AC5-F641-E72A470C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6C007D-EDFA-7F06-434E-6DA28120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B96ADD-2B9D-5787-FEAD-54047F65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621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D0AA4C-9C4A-7311-11A5-6E62A4211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99C4E4-7EE6-B0DB-C757-C8D4976C7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51211-0977-72BD-555A-92FCE94E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92FEA9-0CA6-572B-0DF6-310E928C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9745D5-99AE-3D50-F6D7-5CF25625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3140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AB060-1E1A-DAD2-4F46-17FF12484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37" y="3039535"/>
            <a:ext cx="4436269" cy="5071532"/>
          </a:xfrm>
        </p:spPr>
        <p:txBody>
          <a:bodyPr anchor="b"/>
          <a:lstStyle>
            <a:lvl1pPr>
              <a:defRPr sz="2531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3FA70E-0856-F4DD-1278-5C656C0A0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37" y="8159046"/>
            <a:ext cx="4436269" cy="2666999"/>
          </a:xfrm>
        </p:spPr>
        <p:txBody>
          <a:bodyPr/>
          <a:lstStyle>
            <a:lvl1pPr marL="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1pPr>
            <a:lvl2pPr marL="192881" indent="0">
              <a:buNone/>
              <a:defRPr sz="844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1302E8-6C39-8D0E-0DCD-4E47B5F74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F089DB-7BC7-B16C-5105-861D5A1AC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35497B-5D19-8B06-56E2-534870925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50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66FB2-594E-C984-9A29-16BCBCF2B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E4694B-2DB6-E628-125D-1F7E44156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3616" y="3245556"/>
            <a:ext cx="2185988" cy="77357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1D2D4-A6FE-87FA-935F-3181CFBE3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03897" y="3245556"/>
            <a:ext cx="2185988" cy="7735712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EF8E84-8529-AA9C-7B91-5E72487D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B3E48E-6A9D-DC6E-CF7F-715ED8432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4BC2C9-A316-455E-F057-CC79EFB0A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77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248E6-C7A7-6BBA-5D70-0B6F58DDB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649112"/>
            <a:ext cx="4436269" cy="2356556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695238-F97B-5ECC-C3BF-25D1E94FD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4286" y="2988734"/>
            <a:ext cx="2175941" cy="146473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8B1-68CF-5950-3215-9DCCA05F6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54286" y="4453468"/>
            <a:ext cx="2175941" cy="6550379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1B41895-7053-297C-B260-7CD80E38B9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603898" y="2988734"/>
            <a:ext cx="2186657" cy="1464732"/>
          </a:xfrm>
        </p:spPr>
        <p:txBody>
          <a:bodyPr anchor="b"/>
          <a:lstStyle>
            <a:lvl1pPr marL="0" indent="0">
              <a:buNone/>
              <a:defRPr sz="1013" b="1"/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D12F72-AB39-8ED6-F185-31CC491E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03898" y="4453468"/>
            <a:ext cx="2186657" cy="6550379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8020F8-3005-EBCA-273D-63B57696B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EEAC1B-D7C9-74B7-3CC6-C93B1183C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4EAA3D-D86C-089F-B34E-478CF909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065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D84C1-E9C3-A7EF-7085-C289CE686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14E69E-DBC1-0DA6-FD51-8F9F672F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77B51A-47BA-0B12-6410-4485600C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63A96C-01FE-6B42-2A9E-3BD9DE49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880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C8BE08-7F01-3EC4-0F4D-9240FFEF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62573C-35D4-275B-506E-086DF4FE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F717FE-9591-022A-11C0-E4C7AE2F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6933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7D3DD-5971-7DD9-D467-BFED76DA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812800"/>
            <a:ext cx="1658912" cy="28448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5824AA-9EDC-AA7A-24E0-3F79CCC32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6658" y="1755423"/>
            <a:ext cx="2603897" cy="8664222"/>
          </a:xfrm>
        </p:spPr>
        <p:txBody>
          <a:bodyPr/>
          <a:lstStyle>
            <a:lvl1pPr>
              <a:defRPr sz="1350"/>
            </a:lvl1pPr>
            <a:lvl2pPr>
              <a:defRPr sz="1181"/>
            </a:lvl2pPr>
            <a:lvl3pPr>
              <a:defRPr sz="1013"/>
            </a:lvl3pPr>
            <a:lvl4pPr>
              <a:defRPr sz="844"/>
            </a:lvl4pPr>
            <a:lvl5pPr>
              <a:defRPr sz="844"/>
            </a:lvl5pPr>
            <a:lvl6pPr>
              <a:defRPr sz="844"/>
            </a:lvl6pPr>
            <a:lvl7pPr>
              <a:defRPr sz="844"/>
            </a:lvl7pPr>
            <a:lvl8pPr>
              <a:defRPr sz="844"/>
            </a:lvl8pPr>
            <a:lvl9pPr>
              <a:defRPr sz="844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F4D4AC-11BE-F621-B7B8-3EAF85907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3657600"/>
            <a:ext cx="1658912" cy="6776156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D42200-B695-B52F-00B1-D65EDFE00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7F2A1E-AE44-302B-DC22-2692DFDD1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2BC56C-132B-1D61-ED08-608F1BFB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8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A5F19-E742-80B7-C888-94D879A49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286" y="812800"/>
            <a:ext cx="1658912" cy="2844800"/>
          </a:xfrm>
        </p:spPr>
        <p:txBody>
          <a:bodyPr anchor="b"/>
          <a:lstStyle>
            <a:lvl1pPr>
              <a:defRPr sz="135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CF03969-7BF7-70D3-F442-167B121F5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186658" y="1755423"/>
            <a:ext cx="2603897" cy="8664222"/>
          </a:xfrm>
        </p:spPr>
        <p:txBody>
          <a:bodyPr/>
          <a:lstStyle>
            <a:lvl1pPr marL="0" indent="0">
              <a:buNone/>
              <a:defRPr sz="1350"/>
            </a:lvl1pPr>
            <a:lvl2pPr marL="192881" indent="0">
              <a:buNone/>
              <a:defRPr sz="1181"/>
            </a:lvl2pPr>
            <a:lvl3pPr marL="385763" indent="0">
              <a:buNone/>
              <a:defRPr sz="1013"/>
            </a:lvl3pPr>
            <a:lvl4pPr marL="578644" indent="0">
              <a:buNone/>
              <a:defRPr sz="844"/>
            </a:lvl4pPr>
            <a:lvl5pPr marL="771525" indent="0">
              <a:buNone/>
              <a:defRPr sz="844"/>
            </a:lvl5pPr>
            <a:lvl6pPr marL="964406" indent="0">
              <a:buNone/>
              <a:defRPr sz="844"/>
            </a:lvl6pPr>
            <a:lvl7pPr marL="1157288" indent="0">
              <a:buNone/>
              <a:defRPr sz="844"/>
            </a:lvl7pPr>
            <a:lvl8pPr marL="1350169" indent="0">
              <a:buNone/>
              <a:defRPr sz="844"/>
            </a:lvl8pPr>
            <a:lvl9pPr marL="1543050" indent="0">
              <a:buNone/>
              <a:defRPr sz="844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5CCA41-05F4-DA5E-5AD9-188D9C527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4286" y="3657600"/>
            <a:ext cx="1658912" cy="6776156"/>
          </a:xfrm>
        </p:spPr>
        <p:txBody>
          <a:bodyPr/>
          <a:lstStyle>
            <a:lvl1pPr marL="0" indent="0">
              <a:buNone/>
              <a:defRPr sz="675"/>
            </a:lvl1pPr>
            <a:lvl2pPr marL="192881" indent="0">
              <a:buNone/>
              <a:defRPr sz="591"/>
            </a:lvl2pPr>
            <a:lvl3pPr marL="385763" indent="0">
              <a:buNone/>
              <a:defRPr sz="506"/>
            </a:lvl3pPr>
            <a:lvl4pPr marL="578644" indent="0">
              <a:buNone/>
              <a:defRPr sz="422"/>
            </a:lvl4pPr>
            <a:lvl5pPr marL="771525" indent="0">
              <a:buNone/>
              <a:defRPr sz="422"/>
            </a:lvl5pPr>
            <a:lvl6pPr marL="964406" indent="0">
              <a:buNone/>
              <a:defRPr sz="422"/>
            </a:lvl6pPr>
            <a:lvl7pPr marL="1157288" indent="0">
              <a:buNone/>
              <a:defRPr sz="422"/>
            </a:lvl7pPr>
            <a:lvl8pPr marL="1350169" indent="0">
              <a:buNone/>
              <a:defRPr sz="422"/>
            </a:lvl8pPr>
            <a:lvl9pPr marL="1543050" indent="0">
              <a:buNone/>
              <a:defRPr sz="422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3C22C5-0915-226D-EF72-2C516F7C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1ADA52-3196-B604-48FB-3AC3B207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3D2C51-C7AA-2F9E-E5C7-B6F89C7B3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235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2D2269-8257-E5B0-B63A-D0E679DB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116122-C89F-5006-8260-9C8F9BCA2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12B5B0-C54D-EFD4-283C-353981E6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86155-C7B5-98D9-9202-00D59936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74FDD-5CB5-8540-C5F6-95051B6EC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3472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8C593C-6AC8-0ED9-139D-B380FCC14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680817" y="649111"/>
            <a:ext cx="1109067" cy="10332156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679F39-630E-B0C7-5F70-9427FC0D6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53615" y="649111"/>
            <a:ext cx="3262908" cy="10332156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7729B6-8CBD-A182-C603-40D2DA46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0D326-9CFE-8382-3698-CBB87BBA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0F6F6-62E5-A0C8-EB1A-728CF22F5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281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A6E738-F328-E5FD-1BD6-5F480F9A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616" y="649112"/>
            <a:ext cx="4436269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E502BF-AD60-43CA-6726-14698ABD3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3616" y="3245556"/>
            <a:ext cx="4436269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E59291-1555-67D4-A8B2-085BED7263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3615" y="11300180"/>
            <a:ext cx="115728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FF6F1-2F83-DB47-9B51-B582B26457E8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E724D7-08EA-BB77-C3A7-61BA4D40A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3785" y="11300180"/>
            <a:ext cx="1735931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A6630E-E427-9908-9F1A-32A04E2DD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32597" y="11300180"/>
            <a:ext cx="115728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95CED-5849-FC40-B2AD-870FCD6CB24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600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自定义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3</cp:revision>
  <dcterms:created xsi:type="dcterms:W3CDTF">2026-09-08T17:52:11Z</dcterms:created>
  <dcterms:modified xsi:type="dcterms:W3CDTF">2026-09-08T17:52:18Z</dcterms:modified>
</cp:coreProperties>
</file>