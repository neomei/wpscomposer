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36" d="100"/>
          <a:sy n="136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841772"/>
            <a:ext cx="9144000" cy="17907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2701529"/>
            <a:ext cx="9144000" cy="124182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205" indent="0" algn="ctr">
              <a:buNone/>
              <a:defRPr sz="2001"/>
            </a:lvl2pPr>
            <a:lvl3pPr marL="914413" indent="0" algn="ctr">
              <a:buNone/>
              <a:defRPr sz="1802"/>
            </a:lvl3pPr>
            <a:lvl4pPr marL="1371618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8" indent="0" algn="ctr">
              <a:buNone/>
              <a:defRPr sz="1600"/>
            </a:lvl6pPr>
            <a:lvl7pPr marL="2743235" indent="0" algn="ctr">
              <a:buNone/>
              <a:defRPr sz="1600"/>
            </a:lvl7pPr>
            <a:lvl8pPr marL="3200441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282304"/>
            <a:ext cx="10515601" cy="2139553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3442098"/>
            <a:ext cx="10515601" cy="1125140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75000"/>
                  </a:schemeClr>
                </a:solidFill>
              </a:defRPr>
            </a:lvl1pPr>
            <a:lvl2pPr marL="457205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413" indent="0">
              <a:buNone/>
              <a:defRPr sz="1802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69219"/>
            <a:ext cx="51816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69219"/>
            <a:ext cx="51816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273844"/>
            <a:ext cx="105156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260872"/>
            <a:ext cx="5157786" cy="617934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05" indent="0">
              <a:buNone/>
              <a:defRPr sz="2001" b="1"/>
            </a:lvl2pPr>
            <a:lvl3pPr marL="914413" indent="0">
              <a:buNone/>
              <a:defRPr sz="1802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8" indent="0">
              <a:buNone/>
              <a:defRPr sz="1600" b="1"/>
            </a:lvl6pPr>
            <a:lvl7pPr marL="2743235" indent="0">
              <a:buNone/>
              <a:defRPr sz="1600" b="1"/>
            </a:lvl7pPr>
            <a:lvl8pPr marL="3200441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1878807"/>
            <a:ext cx="5157786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4" y="1260872"/>
            <a:ext cx="5183187" cy="617934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05" indent="0">
              <a:buNone/>
              <a:defRPr sz="2001" b="1"/>
            </a:lvl2pPr>
            <a:lvl3pPr marL="914413" indent="0">
              <a:buNone/>
              <a:defRPr sz="1802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8" indent="0">
              <a:buNone/>
              <a:defRPr sz="1600" b="1"/>
            </a:lvl6pPr>
            <a:lvl7pPr marL="2743235" indent="0">
              <a:buNone/>
              <a:defRPr sz="1600" b="1"/>
            </a:lvl7pPr>
            <a:lvl8pPr marL="3200441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4" y="1878807"/>
            <a:ext cx="5183187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42900"/>
            <a:ext cx="3932236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1" y="740569"/>
            <a:ext cx="6172200" cy="3655219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401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543050"/>
            <a:ext cx="3932236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1"/>
            </a:lvl2pPr>
            <a:lvl3pPr marL="914413" indent="0">
              <a:buNone/>
              <a:defRPr sz="1199"/>
            </a:lvl3pPr>
            <a:lvl4pPr marL="1371618" indent="0">
              <a:buNone/>
              <a:defRPr sz="1000"/>
            </a:lvl4pPr>
            <a:lvl5pPr marL="1828823" indent="0">
              <a:buNone/>
              <a:defRPr sz="1000"/>
            </a:lvl5pPr>
            <a:lvl6pPr marL="2286028" indent="0">
              <a:buNone/>
              <a:defRPr sz="1000"/>
            </a:lvl6pPr>
            <a:lvl7pPr marL="2743235" indent="0">
              <a:buNone/>
              <a:defRPr sz="1000"/>
            </a:lvl7pPr>
            <a:lvl8pPr marL="3200441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42900"/>
            <a:ext cx="3932236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1" y="740569"/>
            <a:ext cx="617220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5" indent="0">
              <a:buNone/>
              <a:defRPr sz="2799"/>
            </a:lvl2pPr>
            <a:lvl3pPr marL="914413" indent="0">
              <a:buNone/>
              <a:defRPr sz="2401"/>
            </a:lvl3pPr>
            <a:lvl4pPr marL="1371618" indent="0">
              <a:buNone/>
              <a:defRPr sz="2001"/>
            </a:lvl4pPr>
            <a:lvl5pPr marL="1828823" indent="0">
              <a:buNone/>
              <a:defRPr sz="2001"/>
            </a:lvl5pPr>
            <a:lvl6pPr marL="2286028" indent="0">
              <a:buNone/>
              <a:defRPr sz="2001"/>
            </a:lvl6pPr>
            <a:lvl7pPr marL="2743235" indent="0">
              <a:buNone/>
              <a:defRPr sz="2001"/>
            </a:lvl7pPr>
            <a:lvl8pPr marL="3200441" indent="0">
              <a:buNone/>
              <a:defRPr sz="2001"/>
            </a:lvl8pPr>
            <a:lvl9pPr marL="3657646" indent="0">
              <a:buNone/>
              <a:defRPr sz="20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543050"/>
            <a:ext cx="3932236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1"/>
            </a:lvl2pPr>
            <a:lvl3pPr marL="914413" indent="0">
              <a:buNone/>
              <a:defRPr sz="1199"/>
            </a:lvl3pPr>
            <a:lvl4pPr marL="1371618" indent="0">
              <a:buNone/>
              <a:defRPr sz="1000"/>
            </a:lvl4pPr>
            <a:lvl5pPr marL="1828823" indent="0">
              <a:buNone/>
              <a:defRPr sz="1000"/>
            </a:lvl5pPr>
            <a:lvl6pPr marL="2286028" indent="0">
              <a:buNone/>
              <a:defRPr sz="1000"/>
            </a:lvl6pPr>
            <a:lvl7pPr marL="2743235" indent="0">
              <a:buNone/>
              <a:defRPr sz="1000"/>
            </a:lvl7pPr>
            <a:lvl8pPr marL="3200441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273844"/>
            <a:ext cx="2628900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273844"/>
            <a:ext cx="7734300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73844"/>
            <a:ext cx="105156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369219"/>
            <a:ext cx="105156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4767264"/>
            <a:ext cx="27432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4767264"/>
            <a:ext cx="41147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767264"/>
            <a:ext cx="27432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3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6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1pPr>
      <a:lvl2pPr marL="457205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2pPr>
      <a:lvl3pPr marL="914413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8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5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1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2026-09-08T17:52:11Z</dcterms:created>
  <dcterms:modified xsi:type="dcterms:W3CDTF">2026-09-08T17:52:22Z</dcterms:modified>
</cp:coreProperties>
</file>