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51435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61" d="100"/>
          <a:sy n="161" d="100"/>
        </p:scale>
        <p:origin x="7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9DEACF-44EA-3CB2-87CB-D7019A5968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2" y="841772"/>
            <a:ext cx="6858000" cy="1790700"/>
          </a:xfrm>
        </p:spPr>
        <p:txBody>
          <a:bodyPr anchor="b"/>
          <a:lstStyle>
            <a:lvl1pPr algn="ctr">
              <a:defRPr sz="4499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476C8EE-37D9-C7BB-04AA-CF824C1629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2" y="2701529"/>
            <a:ext cx="6858000" cy="1241822"/>
          </a:xfrm>
        </p:spPr>
        <p:txBody>
          <a:bodyPr/>
          <a:lstStyle>
            <a:lvl1pPr marL="0" indent="0" algn="ctr">
              <a:buNone/>
              <a:defRPr sz="1801"/>
            </a:lvl1pPr>
            <a:lvl2pPr marL="342904" indent="0" algn="ctr">
              <a:buNone/>
              <a:defRPr sz="1501"/>
            </a:lvl2pPr>
            <a:lvl3pPr marL="685810" indent="0" algn="ctr">
              <a:buNone/>
              <a:defRPr sz="1352"/>
            </a:lvl3pPr>
            <a:lvl4pPr marL="1028714" indent="0" algn="ctr">
              <a:buNone/>
              <a:defRPr sz="1200"/>
            </a:lvl4pPr>
            <a:lvl5pPr marL="1371617" indent="0" algn="ctr">
              <a:buNone/>
              <a:defRPr sz="1200"/>
            </a:lvl5pPr>
            <a:lvl6pPr marL="1714521" indent="0" algn="ctr">
              <a:buNone/>
              <a:defRPr sz="1200"/>
            </a:lvl6pPr>
            <a:lvl7pPr marL="2057426" indent="0" algn="ctr">
              <a:buNone/>
              <a:defRPr sz="1200"/>
            </a:lvl7pPr>
            <a:lvl8pPr marL="2400331" indent="0" algn="ctr">
              <a:buNone/>
              <a:defRPr sz="1200"/>
            </a:lvl8pPr>
            <a:lvl9pPr marL="2743235" indent="0" algn="ctr">
              <a:buNone/>
              <a:defRPr sz="12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7249DB-6162-7AC5-F641-E72A470CC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6C007D-EDFA-7F06-434E-6DA281209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B96ADD-2B9D-5787-FEAD-54047F650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26210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D0AA4C-9C4A-7311-11A5-6E62A4211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99C4E4-7EE6-B0DB-C757-C8D4976C7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51211-0977-72BD-555A-92FCE94E0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92FEA9-0CA6-572B-0DF6-310E928C5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9745D5-99AE-3D50-F6D7-5CF25625B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13140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4AB060-1E1A-DAD2-4F46-17FF12484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9" y="1282305"/>
            <a:ext cx="7886701" cy="2139553"/>
          </a:xfrm>
        </p:spPr>
        <p:txBody>
          <a:bodyPr anchor="b"/>
          <a:lstStyle>
            <a:lvl1pPr>
              <a:defRPr sz="4499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83FA70E-0856-F4DD-1278-5C656C0A0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9" y="3442098"/>
            <a:ext cx="7886701" cy="1125140"/>
          </a:xfrm>
        </p:spPr>
        <p:txBody>
          <a:bodyPr/>
          <a:lstStyle>
            <a:lvl1pPr marL="0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1pPr>
            <a:lvl2pPr marL="342904" indent="0">
              <a:buNone/>
              <a:defRPr sz="1501">
                <a:solidFill>
                  <a:schemeClr val="tx1">
                    <a:tint val="75000"/>
                  </a:schemeClr>
                </a:solidFill>
              </a:defRPr>
            </a:lvl2pPr>
            <a:lvl3pPr marL="685810" indent="0">
              <a:buNone/>
              <a:defRPr sz="1352">
                <a:solidFill>
                  <a:schemeClr val="tx1">
                    <a:tint val="75000"/>
                  </a:schemeClr>
                </a:solidFill>
              </a:defRPr>
            </a:lvl3pPr>
            <a:lvl4pPr marL="102871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1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2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2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3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3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1302E8-6C39-8D0E-0DCD-4E47B5F74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F089DB-7BC7-B16C-5105-861D5A1AC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35497B-5D19-8B06-56E2-534870925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5500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866FB2-594E-C984-9A29-16BCBCF2B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E4694B-2DB6-E628-125D-1F7E44156A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1" y="1369219"/>
            <a:ext cx="3886201" cy="3263504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DE1D2D4-A6FE-87FA-935F-3181CFBE38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1" cy="3263504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EF8E84-8529-AA9C-7B91-5E72487D8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6B3E48E-6A9D-DC6E-CF7F-715ED8432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94BC2C9-A316-455E-F057-CC79EFB0A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27786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C248E6-C7A7-6BBA-5D70-0B6F58DDB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3" y="273844"/>
            <a:ext cx="7886701" cy="994172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695238-F97B-5ECC-C3BF-25D1E94FD6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1" b="1"/>
            </a:lvl1pPr>
            <a:lvl2pPr marL="342904" indent="0">
              <a:buNone/>
              <a:defRPr sz="1501" b="1"/>
            </a:lvl2pPr>
            <a:lvl3pPr marL="685810" indent="0">
              <a:buNone/>
              <a:defRPr sz="1352" b="1"/>
            </a:lvl3pPr>
            <a:lvl4pPr marL="1028714" indent="0">
              <a:buNone/>
              <a:defRPr sz="1200" b="1"/>
            </a:lvl4pPr>
            <a:lvl5pPr marL="1371617" indent="0">
              <a:buNone/>
              <a:defRPr sz="1200" b="1"/>
            </a:lvl5pPr>
            <a:lvl6pPr marL="1714521" indent="0">
              <a:buNone/>
              <a:defRPr sz="1200" b="1"/>
            </a:lvl6pPr>
            <a:lvl7pPr marL="2057426" indent="0">
              <a:buNone/>
              <a:defRPr sz="1200" b="1"/>
            </a:lvl7pPr>
            <a:lvl8pPr marL="2400331" indent="0">
              <a:buNone/>
              <a:defRPr sz="1200" b="1"/>
            </a:lvl8pPr>
            <a:lvl9pPr marL="2743235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E5468B1-68CF-5950-3215-9DCCA05F68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7"/>
            <a:ext cx="3868340" cy="2763441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1B41895-7053-297C-B260-7CD80E38B9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4" y="1260872"/>
            <a:ext cx="3887390" cy="617934"/>
          </a:xfrm>
        </p:spPr>
        <p:txBody>
          <a:bodyPr anchor="b"/>
          <a:lstStyle>
            <a:lvl1pPr marL="0" indent="0">
              <a:buNone/>
              <a:defRPr sz="1801" b="1"/>
            </a:lvl1pPr>
            <a:lvl2pPr marL="342904" indent="0">
              <a:buNone/>
              <a:defRPr sz="1501" b="1"/>
            </a:lvl2pPr>
            <a:lvl3pPr marL="685810" indent="0">
              <a:buNone/>
              <a:defRPr sz="1352" b="1"/>
            </a:lvl3pPr>
            <a:lvl4pPr marL="1028714" indent="0">
              <a:buNone/>
              <a:defRPr sz="1200" b="1"/>
            </a:lvl4pPr>
            <a:lvl5pPr marL="1371617" indent="0">
              <a:buNone/>
              <a:defRPr sz="1200" b="1"/>
            </a:lvl5pPr>
            <a:lvl6pPr marL="1714521" indent="0">
              <a:buNone/>
              <a:defRPr sz="1200" b="1"/>
            </a:lvl6pPr>
            <a:lvl7pPr marL="2057426" indent="0">
              <a:buNone/>
              <a:defRPr sz="1200" b="1"/>
            </a:lvl7pPr>
            <a:lvl8pPr marL="2400331" indent="0">
              <a:buNone/>
              <a:defRPr sz="1200" b="1"/>
            </a:lvl8pPr>
            <a:lvl9pPr marL="2743235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DD12F72-AB39-8ED6-F185-31CC491E21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4" y="1878807"/>
            <a:ext cx="3887390" cy="2763441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58020F8-3005-EBCA-273D-63B57696B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4EEAC1B-D7C9-74B7-3CC6-C93B1183C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B4EAA3D-D86C-089F-B34E-478CF9091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50651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4D84C1-E9C3-A7EF-7085-C289CE686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B14E69E-DBC1-0DA6-FD51-8F9F672FC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F77B51A-47BA-0B12-6410-4485600C4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563A96C-01FE-6B42-2A9E-3BD9DE49B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8802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6C8BE08-7F01-3EC4-0F4D-9240FFEFD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862573C-35D4-275B-506E-086DF4FE7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F717FE-9591-022A-11C0-E4C7AE2F6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46933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97D3DD-5971-7DD9-D467-BFED76DA7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2" y="342900"/>
            <a:ext cx="2949177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5824AA-9EDC-AA7A-24E0-3F79CCC32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3" y="740570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099"/>
            </a:lvl2pPr>
            <a:lvl3pPr>
              <a:defRPr sz="1801"/>
            </a:lvl3pPr>
            <a:lvl4pPr>
              <a:defRPr sz="1501"/>
            </a:lvl4pPr>
            <a:lvl5pPr>
              <a:defRPr sz="1501"/>
            </a:lvl5pPr>
            <a:lvl6pPr>
              <a:defRPr sz="1501"/>
            </a:lvl6pPr>
            <a:lvl7pPr>
              <a:defRPr sz="1501"/>
            </a:lvl7pPr>
            <a:lvl8pPr>
              <a:defRPr sz="1501"/>
            </a:lvl8pPr>
            <a:lvl9pPr>
              <a:defRPr sz="150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8F4D4AC-11BE-F621-B7B8-3EAF85907D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2" y="1543051"/>
            <a:ext cx="2949177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4" indent="0">
              <a:buNone/>
              <a:defRPr sz="1051"/>
            </a:lvl2pPr>
            <a:lvl3pPr marL="685810" indent="0">
              <a:buNone/>
              <a:defRPr sz="899"/>
            </a:lvl3pPr>
            <a:lvl4pPr marL="1028714" indent="0">
              <a:buNone/>
              <a:defRPr sz="750"/>
            </a:lvl4pPr>
            <a:lvl5pPr marL="1371617" indent="0">
              <a:buNone/>
              <a:defRPr sz="750"/>
            </a:lvl5pPr>
            <a:lvl6pPr marL="1714521" indent="0">
              <a:buNone/>
              <a:defRPr sz="750"/>
            </a:lvl6pPr>
            <a:lvl7pPr marL="2057426" indent="0">
              <a:buNone/>
              <a:defRPr sz="750"/>
            </a:lvl7pPr>
            <a:lvl8pPr marL="2400331" indent="0">
              <a:buNone/>
              <a:defRPr sz="750"/>
            </a:lvl8pPr>
            <a:lvl9pPr marL="2743235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FD42200-B695-B52F-00B1-D65EDFE00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F7F2A1E-AE44-302B-DC22-2692DFDD1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2BC56C-132B-1D61-ED08-608F1BFBC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081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7A5F19-E742-80B7-C888-94D879A49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2" y="342900"/>
            <a:ext cx="2949177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CF03969-7BF7-70D3-F442-167B121F54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3" y="740570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4" indent="0">
              <a:buNone/>
              <a:defRPr sz="2099"/>
            </a:lvl2pPr>
            <a:lvl3pPr marL="685810" indent="0">
              <a:buNone/>
              <a:defRPr sz="1801"/>
            </a:lvl3pPr>
            <a:lvl4pPr marL="1028714" indent="0">
              <a:buNone/>
              <a:defRPr sz="1501"/>
            </a:lvl4pPr>
            <a:lvl5pPr marL="1371617" indent="0">
              <a:buNone/>
              <a:defRPr sz="1501"/>
            </a:lvl5pPr>
            <a:lvl6pPr marL="1714521" indent="0">
              <a:buNone/>
              <a:defRPr sz="1501"/>
            </a:lvl6pPr>
            <a:lvl7pPr marL="2057426" indent="0">
              <a:buNone/>
              <a:defRPr sz="1501"/>
            </a:lvl7pPr>
            <a:lvl8pPr marL="2400331" indent="0">
              <a:buNone/>
              <a:defRPr sz="1501"/>
            </a:lvl8pPr>
            <a:lvl9pPr marL="2743235" indent="0">
              <a:buNone/>
              <a:defRPr sz="1501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5CCA41-05F4-DA5E-5AD9-188D9C527C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2" y="1543051"/>
            <a:ext cx="2949177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4" indent="0">
              <a:buNone/>
              <a:defRPr sz="1051"/>
            </a:lvl2pPr>
            <a:lvl3pPr marL="685810" indent="0">
              <a:buNone/>
              <a:defRPr sz="899"/>
            </a:lvl3pPr>
            <a:lvl4pPr marL="1028714" indent="0">
              <a:buNone/>
              <a:defRPr sz="750"/>
            </a:lvl4pPr>
            <a:lvl5pPr marL="1371617" indent="0">
              <a:buNone/>
              <a:defRPr sz="750"/>
            </a:lvl5pPr>
            <a:lvl6pPr marL="1714521" indent="0">
              <a:buNone/>
              <a:defRPr sz="750"/>
            </a:lvl6pPr>
            <a:lvl7pPr marL="2057426" indent="0">
              <a:buNone/>
              <a:defRPr sz="750"/>
            </a:lvl7pPr>
            <a:lvl8pPr marL="2400331" indent="0">
              <a:buNone/>
              <a:defRPr sz="750"/>
            </a:lvl8pPr>
            <a:lvl9pPr marL="2743235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3C22C5-0915-226D-EF72-2C516F7C0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F1ADA52-3196-B604-48FB-3AC3B2074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3D2C51-C7AA-2F9E-E5C7-B6F89C7B3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82350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2D2269-8257-E5B0-B63A-D0E679DB8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F116122-C89F-5006-8260-9C8F9BCA2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12B5B0-C54D-EFD4-283C-353981E6B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A86155-C7B5-98D9-9202-00D599367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D74FDD-5CB5-8540-C5F6-95051B6EC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63472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E8C593C-6AC8-0ED9-139D-B380FCC14E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D679F39-630E-B0C7-5F70-9427FC0D64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49" y="273844"/>
            <a:ext cx="5800725" cy="435887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7729B6-8CBD-A182-C603-40D2DA462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B0D326-9CFE-8382-3698-CBB87BBA3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60F6F6-62E5-A0C8-EB1A-728CF22F5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2812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5A6E738-F328-E5FD-1BD6-5F480F9A1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2" y="273844"/>
            <a:ext cx="7886701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E502BF-AD60-43CA-6726-14698ABD31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2" y="1369219"/>
            <a:ext cx="7886701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E59291-1555-67D4-A8B2-085BED7263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E724D7-08EA-BB77-C3A7-61BA4D40A1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3" y="4767264"/>
            <a:ext cx="30860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A6630E-E427-9908-9F1A-32A04E2DD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66008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10" rtl="0" eaLnBrk="1" latinLnBrk="0" hangingPunct="1">
        <a:lnSpc>
          <a:spcPct val="90000"/>
        </a:lnSpc>
        <a:spcBef>
          <a:spcPct val="0"/>
        </a:spcBef>
        <a:buNone/>
        <a:defRPr sz="32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3" indent="-171453" algn="l" defTabSz="68581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099" kern="1200">
          <a:solidFill>
            <a:schemeClr val="tx1"/>
          </a:solidFill>
          <a:latin typeface="+mn-lt"/>
          <a:ea typeface="+mn-ea"/>
          <a:cs typeface="+mn-cs"/>
        </a:defRPr>
      </a:lvl1pPr>
      <a:lvl2pPr marL="514357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857262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3pPr>
      <a:lvl4pPr marL="1200166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4pPr>
      <a:lvl5pPr marL="1543070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5pPr>
      <a:lvl6pPr marL="1885974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6pPr>
      <a:lvl7pPr marL="2228879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7pPr>
      <a:lvl8pPr marL="2571783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8pPr>
      <a:lvl9pPr marL="2914687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1pPr>
      <a:lvl2pPr marL="342904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2pPr>
      <a:lvl3pPr marL="685810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3pPr>
      <a:lvl4pPr marL="1028714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4pPr>
      <a:lvl5pPr marL="1371617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5pPr>
      <a:lvl6pPr marL="1714521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6pPr>
      <a:lvl7pPr marL="2057426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7pPr>
      <a:lvl8pPr marL="2400331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8pPr>
      <a:lvl9pPr marL="2743235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自定义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4" baseType="lpstr">
      <vt:lpstr>等线</vt:lpstr>
      <vt:lpstr>等线 Light</vt:lpstr>
      <vt:lpstr>Arial</vt:lpstr>
      <vt:lpstr>Office 主题​​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5</cp:revision>
  <dcterms:created xsi:type="dcterms:W3CDTF">2026-09-08T17:52:11Z</dcterms:created>
  <dcterms:modified xsi:type="dcterms:W3CDTF">2026-09-08T17:52:26Z</dcterms:modified>
</cp:coreProperties>
</file>