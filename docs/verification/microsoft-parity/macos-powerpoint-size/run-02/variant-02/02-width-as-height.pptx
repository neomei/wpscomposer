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1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CE5054-9A93-9696-7702-E3CAF6DF63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FF480D-0250-8DEB-3866-6F9A0DDF91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57A3AC-2CFC-D0B9-1803-247F51303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5A0939-C062-3EC5-B222-CDF415E73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64F5C2-3BB8-7CA8-59F6-EAEA805BE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96466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19F7D6-6A98-E3CC-D2AE-A2D48C590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990713-AFF5-483C-DA36-5868DECA0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FCB3D0-5DF2-26DA-49D3-3345FBDF5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66151C-8D86-8D83-8E1C-4502E3D21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9E70BB-EDDB-F9F5-C4DC-DBC8F4E5D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42253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3A4826-6A10-A017-DC92-8E98A9838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FF9F64-B4E5-28CD-C7FD-F2868C1250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C1FF81-4303-060A-1317-54378421F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0EA161-0F40-6671-04E0-7D1F7C7F3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884907-F4B0-8E98-3B11-BB39449A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47506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1F2FB6-8FA5-9AEC-B5C9-3BBFBF17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6212DE-A20E-12C0-7F15-58C2A8197B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093D2A2-19B4-85EE-74A0-56D5DF76FB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A9562EC-DFD0-D66D-B993-7CB8143A8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427544-D99D-092F-2D43-0F8073D3C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869165-EFC9-E143-9CA3-CD754BFB0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1221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0C3046-9993-4AE1-AB59-7893A92B0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C38762-1823-A60A-336E-117E093D7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7A2AB0-659B-9EC6-5E99-D3F0A8AB16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BBDEE3A-5325-1C53-0DEC-A4469E6DA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A682EB6-F7CC-B3BA-5901-C85B6ECDE9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F6BF1B5-F884-6D01-12A4-2B36460E7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66719AB-FE14-2982-85AC-E4363F17D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589661E-1C9F-5CF2-058B-C6B41062C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36302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3ED7B7-D433-ACAB-E8F5-FF232760E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497CEDA-9736-3BA8-A30C-1B132C658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019795D-5638-A64C-B492-0BA164627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EDA8417-06C2-4289-8B52-3368B6E97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7421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A09DF40-6A97-22A3-11AA-DA634B375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49E339E-A8D9-4A57-9C1C-9313DF2A0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789DDC-4354-3B74-4657-BC9563649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93684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98F295-28D9-7DB8-78A3-69C411F58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BF2E00-9ADA-F85C-2275-FF9918215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F81116-1F2F-3DDE-6D7D-2AAFD4B986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01ECB9-64A5-06A0-F390-F39BC9CAC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D2B670-1BF8-71B3-D97E-7424E664B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DB2FE8-7119-4B6C-33E1-478753F8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74884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BA969E-B80C-BFA9-D5D3-A33B5D51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6EDE2E2-372D-220A-981F-AA711AD76A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4291DB4-07B5-7A26-8A4B-2EA244BB40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32B688-2D42-108B-840B-603111F21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BF428EC-53CD-795B-F098-5DAFE832E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EF99A2E-50A3-B87C-92CA-4AC2AEEB0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4491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277E6B-2EB5-E211-2732-DBE356308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392D371-EF3A-C79C-732B-419068B7CB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B33D40-2FFC-E316-48D8-AE78DA5B3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4B95F-E15D-C2C0-58EA-9674731DA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9E0892-EAEC-358F-259D-640FBF143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00480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FF42102-2907-56B1-FA36-B8DA5BC4B4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040A7A8-850D-FFB0-984A-8F7A58E25B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D5068D-A7D7-E202-94D8-7AB641307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C9716F-7D52-9F9B-6BC3-F956AC177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6E44E0-E949-3E59-AFB4-51D89E03F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65293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18597EC-98E8-5AA9-6FC5-62974A5D7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D3A062-0B3F-B6FE-CFF0-EB79BC1D8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E67D02-2EB9-2ED2-1BE7-6BF67B904E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1E0478-06B2-CDC3-BEC4-8C2B8E8240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E979B8-821F-BDE1-433F-190ED717C9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15070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自定义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4" baseType="lpstr">
      <vt:lpstr>等线</vt:lpstr>
      <vt:lpstr>等线 Light</vt:lpstr>
      <vt:lpstr>Arial</vt:lpstr>
      <vt:lpstr>Office 主题​​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2</cp:revision>
  <dcterms:created xsi:type="dcterms:W3CDTF">2026-09-08T17:52:50Z</dcterms:created>
  <dcterms:modified xsi:type="dcterms:W3CDTF">2026-09-08T17:52:58Z</dcterms:modified>
</cp:coreProperties>
</file>