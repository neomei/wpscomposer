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6858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E5054-9A93-9696-7702-E3CAF6DF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F480D-0250-8DEB-3866-6F9A0DDF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57A3AC-2CFC-D0B9-1803-247F5130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A0939-C062-3EC5-B222-CDF415E7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F5C2-3BB8-7CA8-59F6-EAEA805B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4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9F7D6-6A98-E3CC-D2AE-A2D48C59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90713-AFF5-483C-DA36-5868DECA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CB3D0-5DF2-26DA-49D3-3345FB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6151C-8D86-8D83-8E1C-4502E3D2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70BB-EDDB-F9F5-C4DC-DBC8F4E5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225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A4826-6A10-A017-DC92-8E98A983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5" y="2279652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F9F64-B4E5-28CD-C7FD-F2868C125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6119286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1FF81-4303-060A-1317-54378421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EA161-0F40-6671-04E0-7D1F7C7F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84907-F4B0-8E98-3B11-BB39449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50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F2FB6-8FA5-9AEC-B5C9-3BBFBF17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212DE-A20E-12C0-7F15-58C2A8197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3D2A2-19B4-85EE-74A0-56D5DF76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562EC-DFD0-D66D-B993-7CB8143A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27544-D99D-092F-2D43-0F8073D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869165-EFC9-E143-9CA3-CD754BFB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2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C3046-9993-4AE1-AB59-7893A92B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8762-1823-A60A-336E-117E093D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7A2AB0-659B-9EC6-5E99-D3F0A8AB1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DEE3A-5325-1C53-0DEC-A4469E6DA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682EB6-F7CC-B3BA-5901-C85B6ECDE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6BF1B5-F884-6D01-12A4-2B36460E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6719AB-FE14-2982-85AC-E4363F17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89661E-1C9F-5CF2-058B-C6B41062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630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ED7B7-D433-ACAB-E8F5-FF232760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97CEDA-9736-3BA8-A30C-1B132C6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19795D-5638-A64C-B492-0BA16462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DA8417-06C2-4289-8B52-3368B6E9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42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09DF40-6A97-22A3-11AA-DA634B37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9E339E-A8D9-4A57-9C1C-9313DF2A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789DDC-4354-3B74-4657-BC956364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68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8F295-28D9-7DB8-78A3-69C411F5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F2E00-9ADA-F85C-2275-FF9918215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81116-1F2F-3DDE-6D7D-2AAFD4B9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1ECB9-64A5-06A0-F390-F39BC9CA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2B670-1BF8-71B3-D97E-7424E66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DB2FE8-7119-4B6C-33E1-478753F8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8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969E-B80C-BFA9-D5D3-A33B5D51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DE2E2-372D-220A-981F-AA711AD76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91DB4-07B5-7A26-8A4B-2EA244BB4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2B688-2D42-108B-840B-603111F2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428EC-53CD-795B-F098-5DAFE832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F99A2E-50A3-B87C-92CA-4AC2AEE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49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7E6B-2EB5-E211-2732-DBE3563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92D371-EF3A-C79C-732B-419068B7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33D40-2FFC-E316-48D8-AE78DA5B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4B95F-E15D-C2C0-58EA-9674731D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E0892-EAEC-358F-259D-640FBF1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8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42102-2907-56B1-FA36-B8DA5BC4B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0A7A8-850D-FFB0-984A-8F7A58E2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5068D-A7D7-E202-94D8-7AB64130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9716F-7D52-9F9B-6BC3-F956AC1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E44E0-E949-3E59-AFB4-51D89E0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8597EC-98E8-5AA9-6FC5-62974A5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3A062-0B3F-B6FE-CFF0-EB79BC1D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67D02-2EB9-2ED2-1BE7-6BF67B904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E0478-06B2-CDC3-BEC4-8C2B8E824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979B8-821F-BDE1-433F-190ED717C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0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2026-09-08T17:52:50Z</dcterms:created>
  <dcterms:modified xsi:type="dcterms:W3CDTF">2026-09-08T17:53:01Z</dcterms:modified>
</cp:coreProperties>
</file>