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5143500" cy="9144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91" d="100"/>
          <a:sy n="91" d="100"/>
        </p:scale>
        <p:origin x="392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CE5054-9A93-9696-7702-E3CAF6DF63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2938" y="1496484"/>
            <a:ext cx="3857625" cy="3183467"/>
          </a:xfrm>
        </p:spPr>
        <p:txBody>
          <a:bodyPr anchor="b"/>
          <a:lstStyle>
            <a:lvl1pPr algn="ctr">
              <a:defRPr sz="2531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3FF480D-0250-8DEB-3866-6F9A0DDF91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2938" y="4802718"/>
            <a:ext cx="3857625" cy="2207683"/>
          </a:xfrm>
        </p:spPr>
        <p:txBody>
          <a:bodyPr/>
          <a:lstStyle>
            <a:lvl1pPr marL="0" indent="0" algn="ctr">
              <a:buNone/>
              <a:defRPr sz="1013"/>
            </a:lvl1pPr>
            <a:lvl2pPr marL="192881" indent="0" algn="ctr">
              <a:buNone/>
              <a:defRPr sz="844"/>
            </a:lvl2pPr>
            <a:lvl3pPr marL="385763" indent="0" algn="ctr">
              <a:buNone/>
              <a:defRPr sz="760"/>
            </a:lvl3pPr>
            <a:lvl4pPr marL="578644" indent="0" algn="ctr">
              <a:buNone/>
              <a:defRPr sz="675"/>
            </a:lvl4pPr>
            <a:lvl5pPr marL="771525" indent="0" algn="ctr">
              <a:buNone/>
              <a:defRPr sz="675"/>
            </a:lvl5pPr>
            <a:lvl6pPr marL="964406" indent="0" algn="ctr">
              <a:buNone/>
              <a:defRPr sz="675"/>
            </a:lvl6pPr>
            <a:lvl7pPr marL="1157288" indent="0" algn="ctr">
              <a:buNone/>
              <a:defRPr sz="675"/>
            </a:lvl7pPr>
            <a:lvl8pPr marL="1350169" indent="0" algn="ctr">
              <a:buNone/>
              <a:defRPr sz="675"/>
            </a:lvl8pPr>
            <a:lvl9pPr marL="1543050" indent="0" algn="ctr">
              <a:buNone/>
              <a:defRPr sz="675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A57A3AC-2CFC-D0B9-1803-247F513036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998ED-BB48-424F-8566-974FAE4E0EAB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65A0939-C062-3EC5-B222-CDF415E73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C64F5C2-3BB8-7CA8-59F6-EAEA805BE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6607A-1350-9144-A55D-26CAF57CC3A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964668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19F7D6-6A98-E3CC-D2AE-A2D48C590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7990713-AFF5-483C-DA36-5868DECA0C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AFCB3D0-5DF2-26DA-49D3-3345FBDF5C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998ED-BB48-424F-8566-974FAE4E0EAB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A66151C-8D86-8D83-8E1C-4502E3D21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79E70BB-EDDB-F9F5-C4DC-DBC8F4E5D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6607A-1350-9144-A55D-26CAF57CC3A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422530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3A4826-6A10-A017-DC92-8E98A98385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937" y="2279653"/>
            <a:ext cx="4436269" cy="3803649"/>
          </a:xfrm>
        </p:spPr>
        <p:txBody>
          <a:bodyPr anchor="b"/>
          <a:lstStyle>
            <a:lvl1pPr>
              <a:defRPr sz="2531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5FF9F64-B4E5-28CD-C7FD-F2868C1250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0937" y="6119287"/>
            <a:ext cx="4436269" cy="2000249"/>
          </a:xfrm>
        </p:spPr>
        <p:txBody>
          <a:bodyPr/>
          <a:lstStyle>
            <a:lvl1pPr marL="0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1pPr>
            <a:lvl2pPr marL="192881" indent="0">
              <a:buNone/>
              <a:defRPr sz="844">
                <a:solidFill>
                  <a:schemeClr val="tx1">
                    <a:tint val="75000"/>
                  </a:schemeClr>
                </a:solidFill>
              </a:defRPr>
            </a:lvl2pPr>
            <a:lvl3pPr marL="385763" indent="0">
              <a:buNone/>
              <a:defRPr sz="760">
                <a:solidFill>
                  <a:schemeClr val="tx1">
                    <a:tint val="75000"/>
                  </a:schemeClr>
                </a:solidFill>
              </a:defRPr>
            </a:lvl3pPr>
            <a:lvl4pPr marL="578644" indent="0">
              <a:buNone/>
              <a:defRPr sz="675">
                <a:solidFill>
                  <a:schemeClr val="tx1">
                    <a:tint val="75000"/>
                  </a:schemeClr>
                </a:solidFill>
              </a:defRPr>
            </a:lvl4pPr>
            <a:lvl5pPr marL="771525" indent="0">
              <a:buNone/>
              <a:defRPr sz="675">
                <a:solidFill>
                  <a:schemeClr val="tx1">
                    <a:tint val="75000"/>
                  </a:schemeClr>
                </a:solidFill>
              </a:defRPr>
            </a:lvl5pPr>
            <a:lvl6pPr marL="964406" indent="0">
              <a:buNone/>
              <a:defRPr sz="675">
                <a:solidFill>
                  <a:schemeClr val="tx1">
                    <a:tint val="75000"/>
                  </a:schemeClr>
                </a:solidFill>
              </a:defRPr>
            </a:lvl6pPr>
            <a:lvl7pPr marL="1157288" indent="0">
              <a:buNone/>
              <a:defRPr sz="675">
                <a:solidFill>
                  <a:schemeClr val="tx1">
                    <a:tint val="75000"/>
                  </a:schemeClr>
                </a:solidFill>
              </a:defRPr>
            </a:lvl7pPr>
            <a:lvl8pPr marL="1350169" indent="0">
              <a:buNone/>
              <a:defRPr sz="675">
                <a:solidFill>
                  <a:schemeClr val="tx1">
                    <a:tint val="75000"/>
                  </a:schemeClr>
                </a:solidFill>
              </a:defRPr>
            </a:lvl8pPr>
            <a:lvl9pPr marL="1543050" indent="0">
              <a:buNone/>
              <a:defRPr sz="67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4C1FF81-4303-060A-1317-54378421F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998ED-BB48-424F-8566-974FAE4E0EAB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E0EA161-0F40-6671-04E0-7D1F7C7F3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7884907-F4B0-8E98-3B11-BB39449A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6607A-1350-9144-A55D-26CAF57CC3A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475069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1F2FB6-8FA5-9AEC-B5C9-3BBFBF177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36212DE-A20E-12C0-7F15-58C2A8197B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53616" y="2434167"/>
            <a:ext cx="2185988" cy="5801784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093D2A2-19B4-85EE-74A0-56D5DF76FB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603897" y="2434167"/>
            <a:ext cx="2185988" cy="5801784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A9562EC-DFD0-D66D-B993-7CB8143A8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998ED-BB48-424F-8566-974FAE4E0EAB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4427544-D99D-092F-2D43-0F8073D3C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8869165-EFC9-E143-9CA3-CD754BFB0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6607A-1350-9144-A55D-26CAF57CC3A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512216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0C3046-9993-4AE1-AB59-7893A92B0A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286" y="486835"/>
            <a:ext cx="4436269" cy="1767417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DC38762-1823-A60A-336E-117E093D7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4286" y="2241552"/>
            <a:ext cx="2175941" cy="1098549"/>
          </a:xfrm>
        </p:spPr>
        <p:txBody>
          <a:bodyPr anchor="b"/>
          <a:lstStyle>
            <a:lvl1pPr marL="0" indent="0">
              <a:buNone/>
              <a:defRPr sz="1013" b="1"/>
            </a:lvl1pPr>
            <a:lvl2pPr marL="192881" indent="0">
              <a:buNone/>
              <a:defRPr sz="844" b="1"/>
            </a:lvl2pPr>
            <a:lvl3pPr marL="385763" indent="0">
              <a:buNone/>
              <a:defRPr sz="760" b="1"/>
            </a:lvl3pPr>
            <a:lvl4pPr marL="578644" indent="0">
              <a:buNone/>
              <a:defRPr sz="675" b="1"/>
            </a:lvl4pPr>
            <a:lvl5pPr marL="771525" indent="0">
              <a:buNone/>
              <a:defRPr sz="675" b="1"/>
            </a:lvl5pPr>
            <a:lvl6pPr marL="964406" indent="0">
              <a:buNone/>
              <a:defRPr sz="675" b="1"/>
            </a:lvl6pPr>
            <a:lvl7pPr marL="1157288" indent="0">
              <a:buNone/>
              <a:defRPr sz="675" b="1"/>
            </a:lvl7pPr>
            <a:lvl8pPr marL="1350169" indent="0">
              <a:buNone/>
              <a:defRPr sz="675" b="1"/>
            </a:lvl8pPr>
            <a:lvl9pPr marL="1543050" indent="0">
              <a:buNone/>
              <a:defRPr sz="675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47A2AB0-659B-9EC6-5E99-D3F0A8AB16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54286" y="3340100"/>
            <a:ext cx="2175941" cy="4912784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BBDEE3A-5325-1C53-0DEC-A4469E6DAD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603898" y="2241552"/>
            <a:ext cx="2186657" cy="1098549"/>
          </a:xfrm>
        </p:spPr>
        <p:txBody>
          <a:bodyPr anchor="b"/>
          <a:lstStyle>
            <a:lvl1pPr marL="0" indent="0">
              <a:buNone/>
              <a:defRPr sz="1013" b="1"/>
            </a:lvl1pPr>
            <a:lvl2pPr marL="192881" indent="0">
              <a:buNone/>
              <a:defRPr sz="844" b="1"/>
            </a:lvl2pPr>
            <a:lvl3pPr marL="385763" indent="0">
              <a:buNone/>
              <a:defRPr sz="760" b="1"/>
            </a:lvl3pPr>
            <a:lvl4pPr marL="578644" indent="0">
              <a:buNone/>
              <a:defRPr sz="675" b="1"/>
            </a:lvl4pPr>
            <a:lvl5pPr marL="771525" indent="0">
              <a:buNone/>
              <a:defRPr sz="675" b="1"/>
            </a:lvl5pPr>
            <a:lvl6pPr marL="964406" indent="0">
              <a:buNone/>
              <a:defRPr sz="675" b="1"/>
            </a:lvl6pPr>
            <a:lvl7pPr marL="1157288" indent="0">
              <a:buNone/>
              <a:defRPr sz="675" b="1"/>
            </a:lvl7pPr>
            <a:lvl8pPr marL="1350169" indent="0">
              <a:buNone/>
              <a:defRPr sz="675" b="1"/>
            </a:lvl8pPr>
            <a:lvl9pPr marL="1543050" indent="0">
              <a:buNone/>
              <a:defRPr sz="675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A682EB6-F7CC-B3BA-5901-C85B6ECDE9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2603898" y="3340100"/>
            <a:ext cx="2186657" cy="4912784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F6BF1B5-F884-6D01-12A4-2B36460E75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998ED-BB48-424F-8566-974FAE4E0EAB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66719AB-FE14-2982-85AC-E4363F17D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589661E-1C9F-5CF2-058B-C6B41062C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6607A-1350-9144-A55D-26CAF57CC3A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363027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3ED7B7-D433-ACAB-E8F5-FF232760E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497CEDA-9736-3BA8-A30C-1B132C658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998ED-BB48-424F-8566-974FAE4E0EAB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019795D-5638-A64C-B492-0BA164627D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EDA8417-06C2-4289-8B52-3368B6E97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6607A-1350-9144-A55D-26CAF57CC3A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274212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A09DF40-6A97-22A3-11AA-DA634B375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998ED-BB48-424F-8566-974FAE4E0EAB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49E339E-A8D9-4A57-9C1C-9313DF2A0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C789DDC-4354-3B74-4657-BC9563649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6607A-1350-9144-A55D-26CAF57CC3A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936840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98F295-28D9-7DB8-78A3-69C411F589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286" y="609600"/>
            <a:ext cx="1658913" cy="2133600"/>
          </a:xfrm>
        </p:spPr>
        <p:txBody>
          <a:bodyPr anchor="b"/>
          <a:lstStyle>
            <a:lvl1pPr>
              <a:defRPr sz="135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0BF2E00-9ADA-F85C-2275-FF99182152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86658" y="1316568"/>
            <a:ext cx="2603897" cy="6498167"/>
          </a:xfrm>
        </p:spPr>
        <p:txBody>
          <a:bodyPr/>
          <a:lstStyle>
            <a:lvl1pPr>
              <a:defRPr sz="1350"/>
            </a:lvl1pPr>
            <a:lvl2pPr>
              <a:defRPr sz="1181"/>
            </a:lvl2pPr>
            <a:lvl3pPr>
              <a:defRPr sz="1013"/>
            </a:lvl3pPr>
            <a:lvl4pPr>
              <a:defRPr sz="844"/>
            </a:lvl4pPr>
            <a:lvl5pPr>
              <a:defRPr sz="844"/>
            </a:lvl5pPr>
            <a:lvl6pPr>
              <a:defRPr sz="844"/>
            </a:lvl6pPr>
            <a:lvl7pPr>
              <a:defRPr sz="844"/>
            </a:lvl7pPr>
            <a:lvl8pPr>
              <a:defRPr sz="844"/>
            </a:lvl8pPr>
            <a:lvl9pPr>
              <a:defRPr sz="844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9F81116-1F2F-3DDE-6D7D-2AAFD4B986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54286" y="2743201"/>
            <a:ext cx="1658913" cy="5082117"/>
          </a:xfrm>
        </p:spPr>
        <p:txBody>
          <a:bodyPr/>
          <a:lstStyle>
            <a:lvl1pPr marL="0" indent="0">
              <a:buNone/>
              <a:defRPr sz="675"/>
            </a:lvl1pPr>
            <a:lvl2pPr marL="192881" indent="0">
              <a:buNone/>
              <a:defRPr sz="591"/>
            </a:lvl2pPr>
            <a:lvl3pPr marL="385763" indent="0">
              <a:buNone/>
              <a:defRPr sz="506"/>
            </a:lvl3pPr>
            <a:lvl4pPr marL="578644" indent="0">
              <a:buNone/>
              <a:defRPr sz="422"/>
            </a:lvl4pPr>
            <a:lvl5pPr marL="771525" indent="0">
              <a:buNone/>
              <a:defRPr sz="422"/>
            </a:lvl5pPr>
            <a:lvl6pPr marL="964406" indent="0">
              <a:buNone/>
              <a:defRPr sz="422"/>
            </a:lvl6pPr>
            <a:lvl7pPr marL="1157288" indent="0">
              <a:buNone/>
              <a:defRPr sz="422"/>
            </a:lvl7pPr>
            <a:lvl8pPr marL="1350169" indent="0">
              <a:buNone/>
              <a:defRPr sz="422"/>
            </a:lvl8pPr>
            <a:lvl9pPr marL="1543050" indent="0">
              <a:buNone/>
              <a:defRPr sz="422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D01ECB9-64A5-06A0-F390-F39BC9CAC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998ED-BB48-424F-8566-974FAE4E0EAB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5D2B670-1BF8-71B3-D97E-7424E664B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0DB2FE8-7119-4B6C-33E1-478753F8A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6607A-1350-9144-A55D-26CAF57CC3A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748842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BA969E-B80C-BFA9-D5D3-A33B5D51E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286" y="609600"/>
            <a:ext cx="1658913" cy="2133600"/>
          </a:xfrm>
        </p:spPr>
        <p:txBody>
          <a:bodyPr anchor="b"/>
          <a:lstStyle>
            <a:lvl1pPr>
              <a:defRPr sz="135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6EDE2E2-372D-220A-981F-AA711AD76A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186658" y="1316568"/>
            <a:ext cx="2603897" cy="6498167"/>
          </a:xfrm>
        </p:spPr>
        <p:txBody>
          <a:bodyPr/>
          <a:lstStyle>
            <a:lvl1pPr marL="0" indent="0">
              <a:buNone/>
              <a:defRPr sz="1350"/>
            </a:lvl1pPr>
            <a:lvl2pPr marL="192881" indent="0">
              <a:buNone/>
              <a:defRPr sz="1181"/>
            </a:lvl2pPr>
            <a:lvl3pPr marL="385763" indent="0">
              <a:buNone/>
              <a:defRPr sz="1013"/>
            </a:lvl3pPr>
            <a:lvl4pPr marL="578644" indent="0">
              <a:buNone/>
              <a:defRPr sz="844"/>
            </a:lvl4pPr>
            <a:lvl5pPr marL="771525" indent="0">
              <a:buNone/>
              <a:defRPr sz="844"/>
            </a:lvl5pPr>
            <a:lvl6pPr marL="964406" indent="0">
              <a:buNone/>
              <a:defRPr sz="844"/>
            </a:lvl6pPr>
            <a:lvl7pPr marL="1157288" indent="0">
              <a:buNone/>
              <a:defRPr sz="844"/>
            </a:lvl7pPr>
            <a:lvl8pPr marL="1350169" indent="0">
              <a:buNone/>
              <a:defRPr sz="844"/>
            </a:lvl8pPr>
            <a:lvl9pPr marL="1543050" indent="0">
              <a:buNone/>
              <a:defRPr sz="844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4291DB4-07B5-7A26-8A4B-2EA244BB40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54286" y="2743201"/>
            <a:ext cx="1658913" cy="5082117"/>
          </a:xfrm>
        </p:spPr>
        <p:txBody>
          <a:bodyPr/>
          <a:lstStyle>
            <a:lvl1pPr marL="0" indent="0">
              <a:buNone/>
              <a:defRPr sz="675"/>
            </a:lvl1pPr>
            <a:lvl2pPr marL="192881" indent="0">
              <a:buNone/>
              <a:defRPr sz="591"/>
            </a:lvl2pPr>
            <a:lvl3pPr marL="385763" indent="0">
              <a:buNone/>
              <a:defRPr sz="506"/>
            </a:lvl3pPr>
            <a:lvl4pPr marL="578644" indent="0">
              <a:buNone/>
              <a:defRPr sz="422"/>
            </a:lvl4pPr>
            <a:lvl5pPr marL="771525" indent="0">
              <a:buNone/>
              <a:defRPr sz="422"/>
            </a:lvl5pPr>
            <a:lvl6pPr marL="964406" indent="0">
              <a:buNone/>
              <a:defRPr sz="422"/>
            </a:lvl6pPr>
            <a:lvl7pPr marL="1157288" indent="0">
              <a:buNone/>
              <a:defRPr sz="422"/>
            </a:lvl7pPr>
            <a:lvl8pPr marL="1350169" indent="0">
              <a:buNone/>
              <a:defRPr sz="422"/>
            </a:lvl8pPr>
            <a:lvl9pPr marL="1543050" indent="0">
              <a:buNone/>
              <a:defRPr sz="422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032B688-2D42-108B-840B-603111F21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998ED-BB48-424F-8566-974FAE4E0EAB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BF428EC-53CD-795B-F098-5DAFE832E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EF99A2E-50A3-B87C-92CA-4AC2AEEB0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6607A-1350-9144-A55D-26CAF57CC3A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44912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277E6B-2EB5-E211-2732-DBE356308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392D371-EF3A-C79C-732B-419068B7CB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3B33D40-2FFC-E316-48D8-AE78DA5B3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998ED-BB48-424F-8566-974FAE4E0EAB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4B4B95F-E15D-C2C0-58EA-9674731DAF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C9E0892-EAEC-358F-259D-640FBF143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6607A-1350-9144-A55D-26CAF57CC3A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004807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FF42102-2907-56B1-FA36-B8DA5BC4B4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3680818" y="486833"/>
            <a:ext cx="1109067" cy="7749117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040A7A8-850D-FFB0-984A-8F7A58E25B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353616" y="486833"/>
            <a:ext cx="3262908" cy="7749117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5D5068D-A7D7-E202-94D8-7AB6413076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998ED-BB48-424F-8566-974FAE4E0EAB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DC9716F-7D52-9F9B-6BC3-F956AC177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A6E44E0-E949-3E59-AFB4-51D89E03F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6607A-1350-9144-A55D-26CAF57CC3A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652931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18597EC-98E8-5AA9-6FC5-62974A5D7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616" y="486835"/>
            <a:ext cx="4436269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9D3A062-0B3F-B6FE-CFF0-EB79BC1D88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3616" y="2434167"/>
            <a:ext cx="4436269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CE67D02-2EB9-2ED2-1BE7-6BF67B904E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53615" y="8475137"/>
            <a:ext cx="1157288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B998ED-BB48-424F-8566-974FAE4E0EAB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91E0478-06B2-CDC3-BEC4-8C2B8E8240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03785" y="8475137"/>
            <a:ext cx="1735931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BE979B8-821F-BDE1-433F-190ED717C9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632597" y="8475137"/>
            <a:ext cx="1157288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F6607A-1350-9144-A55D-26CAF57CC3A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150703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85763" rtl="0" eaLnBrk="1" latinLnBrk="0" hangingPunct="1">
        <a:lnSpc>
          <a:spcPct val="90000"/>
        </a:lnSpc>
        <a:spcBef>
          <a:spcPct val="0"/>
        </a:spcBef>
        <a:buNone/>
        <a:defRPr sz="185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6441" indent="-96441" algn="l" defTabSz="385763" rtl="0" eaLnBrk="1" latinLnBrk="0" hangingPunct="1">
        <a:lnSpc>
          <a:spcPct val="90000"/>
        </a:lnSpc>
        <a:spcBef>
          <a:spcPts val="422"/>
        </a:spcBef>
        <a:buFont typeface="Arial" panose="020B0604020202020204" pitchFamily="34" charset="0"/>
        <a:buChar char="•"/>
        <a:defRPr sz="1181" kern="1200">
          <a:solidFill>
            <a:schemeClr val="tx1"/>
          </a:solidFill>
          <a:latin typeface="+mn-lt"/>
          <a:ea typeface="+mn-ea"/>
          <a:cs typeface="+mn-cs"/>
        </a:defRPr>
      </a:lvl1pPr>
      <a:lvl2pPr marL="289322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482204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844" kern="1200">
          <a:solidFill>
            <a:schemeClr val="tx1"/>
          </a:solidFill>
          <a:latin typeface="+mn-lt"/>
          <a:ea typeface="+mn-ea"/>
          <a:cs typeface="+mn-cs"/>
        </a:defRPr>
      </a:lvl3pPr>
      <a:lvl4pPr marL="675085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4pPr>
      <a:lvl5pPr marL="867966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5pPr>
      <a:lvl6pPr marL="1060847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6pPr>
      <a:lvl7pPr marL="1253729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7pPr>
      <a:lvl8pPr marL="1446610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8pPr>
      <a:lvl9pPr marL="1639491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1pPr>
      <a:lvl2pPr marL="192881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2pPr>
      <a:lvl3pPr marL="385763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3pPr>
      <a:lvl4pPr marL="578644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4pPr>
      <a:lvl5pPr marL="771525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5pPr>
      <a:lvl6pPr marL="964406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6pPr>
      <a:lvl7pPr marL="1157288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7pPr>
      <a:lvl8pPr marL="1350169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8pPr>
      <a:lvl9pPr marL="1543050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自定义</PresentationFormat>
  <Paragraphs>0</Paragraphs>
  <Slides>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0</vt:i4>
      </vt:variant>
    </vt:vector>
  </HeadingPairs>
  <TitlesOfParts>
    <vt:vector size="4" baseType="lpstr">
      <vt:lpstr>等线</vt:lpstr>
      <vt:lpstr>等线 Light</vt:lpstr>
      <vt:lpstr>Arial</vt:lpstr>
      <vt:lpstr>Office 主题​​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Neo Mei</dc:creator>
  <cp:lastModifiedBy>Neo Mei</cp:lastModifiedBy>
  <cp:revision>4</cp:revision>
  <dcterms:created xsi:type="dcterms:W3CDTF">2026-09-08T17:52:50Z</dcterms:created>
  <dcterms:modified xsi:type="dcterms:W3CDTF">2026-09-08T17:53:04Z</dcterms:modified>
</cp:coreProperties>
</file>