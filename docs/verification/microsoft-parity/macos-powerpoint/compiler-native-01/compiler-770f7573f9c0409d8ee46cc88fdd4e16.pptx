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1E7F0-8D2B-BD5A-0394-2ADB9F454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EA2507-8E32-905E-9F82-CBCCE28C5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0BA100-DFC1-0DB1-8EA1-9B53644C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19B7D-63B6-386F-672E-1E192719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90530-8FB9-92CA-88B0-87A65F89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010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00159-5DC3-8B00-F6DD-F4A4948B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047AE-473B-BED1-26BA-7FEA0DE1C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1487CD-37D4-44CD-6B18-7CDD4DA3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09BBC-9425-209E-CBC0-FC6D0A32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A57A3-0B89-71B8-6600-2EBE5C71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85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69DAD-5977-8D35-E929-8B5969AA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E0F7E2-BDBD-4800-7FA3-A2AFA55EC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1CBD9-F98F-17CC-AE8B-42E977EA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95BAB0-9AC6-5F95-BE38-86017E2E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8AC0F-0644-9FED-86D7-65CF4005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687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95FF4-8F7F-2646-9402-D612F7E4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9815B-AB75-66BB-2A72-CFC17C291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1B80D8-E3D0-3D5A-EA1D-BBCB948E3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BBF4FA-892F-76DE-415F-716EED21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D8C18B-8926-201E-FACE-B23C3E84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68EAC8-349A-D8FF-A327-FB0DC008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861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36A2D-46E6-BCC2-70C9-0438A617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BC2ED-073A-3562-2BBF-FB78FB736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61D912-AF05-822C-C608-6EBAB190D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F53EA6-F55C-0D40-93C1-2A26C7356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7323F6-F3C1-2513-09C9-546F5A707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360681-CCD8-7079-FE01-796F572D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1C9A4A-3D4F-0640-8653-9E4A2BAD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B6E22D-3FEF-E6BE-585E-82DA43EA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601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1AF56-8A56-E395-3FD4-A43DE965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7FD96B-CCEB-5C14-5C62-C4DCA454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DB7580-2F3D-DE7E-83C1-A7D0AB24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3807B8-554F-4490-05C2-86B8465E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16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A63DA9-6068-6415-290F-C4CCEA2E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A570D8-BBFE-969B-D32A-7C678F32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75844B-FEFD-59F2-E6FE-32968941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3829-5AEF-025B-41F5-D86B53EB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9A990-7760-F174-1280-3BB51641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C6629A-461E-31A3-E55A-AB64B4EAC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B4CB8E-08CC-3476-C150-4CA56C91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76CAE7-D540-F33D-5E61-3643F228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90B768-4F16-DF92-5ABF-EA2B6E1E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87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A9EE0-2363-08F9-96EA-4406CE45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626A6A-B384-0297-67BF-BD2197FD1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4A7830-D6E8-CE3E-4F6F-C80B91EF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51A0BE-1B93-2A31-4F9B-34BBC2BC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DE9A05-643C-96F8-88B1-0CA20A52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8C95DC-66DA-3F2E-AACF-F40C0D17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73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A418E-76EE-CEFD-EB90-3B9E20BF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765BF7-C5DE-1987-7F50-D689C020B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EFDD7-EE98-F058-F35C-3EAC2FC4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3575C-569E-D7B9-32AC-18EDF5AD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41379-A0B1-7635-C832-CD00BB9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5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F8F258-B0C6-E7AA-42F9-6BF379D63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E9614C-860E-58F0-0D50-8EC35DDDA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ECB856-9162-DB5A-2187-A5F255A6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EEE8A-4A46-61FB-9510-EB37A6EF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559079-B522-A2E9-8B57-F5BF6AF9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2878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A90C2-C9CC-0610-9496-E4D690964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7680F-85D3-6253-F827-280DE7D4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C5069-80DF-76B3-10ED-8E398CC6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07A9BF-C970-C848-E5F2-9BB83E11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2666C-DF31-C974-9C42-3E6A490E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711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FA65DB-98DF-1B7F-E876-28DAE282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200F7F-66B3-264A-6EE3-A9A5EB7E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51DDF-B0BE-2DA5-74EB-5F3F0B0F3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19A6A-F7EE-324D-AB2A-81B257995C4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FF0AC1-6093-6D4C-6142-4F637B35E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DBD11-AC1E-AF54-7A08-697F53EEB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AA61-3C0E-CA43-9C2A-9C16102FD4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961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CA245BA-E21F-73C0-BFCA-64E162D3C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Compiler native title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4E282F5-9AB9-18EF-EA21-981262186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A5A5A"/>
                </a:solidFill>
                <a:latin typeface="Arial" panose="020B0604020202020204" pitchFamily="34" charset="0"/>
              </a:rPr>
              <a:t>Chinese </a:t>
            </a:r>
            <a:r>
              <a:rPr kumimoji="1" lang="zh-CN" altLang="en-US" sz="2000">
                <a:solidFill>
                  <a:srgbClr val="5A5A5A"/>
                </a:solidFill>
                <a:latin typeface="Arial" panose="020B0604020202020204" pitchFamily="34" charset="0"/>
              </a:rPr>
              <a:t>中文 </a:t>
            </a:r>
            <a:r>
              <a:rPr kumimoji="1" lang="en" altLang="zh-CN" sz="2000">
                <a:solidFill>
                  <a:srgbClr val="5A5A5A"/>
                </a:solidFill>
                <a:latin typeface="Arial" panose="020B0604020202020204" pitchFamily="34" charset="0"/>
              </a:rPr>
              <a:t>subtitle</a:t>
            </a:r>
            <a:endParaRPr kumimoji="1" lang="zh-CN" altLang="en-US" sz="2000">
              <a:solidFill>
                <a:srgbClr val="5A5A5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40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EFF4A6-959F-58A6-67A2-F82BC6FB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Section title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46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BFEC7E7-FAD6-07C4-AAC1-7E0D9501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Native bullets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F5ACF5-D619-BF45-641B-8DC9AAFCB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Alpha</a:t>
            </a:r>
          </a:p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Beta </a:t>
            </a:r>
            <a:r>
              <a:rPr kumimoji="1" lang="zh-CN" altLang="en-US" sz="1800">
                <a:solidFill>
                  <a:srgbClr val="2D2D30"/>
                </a:solidFill>
                <a:latin typeface="Arial" panose="020B0604020202020204" pitchFamily="34" charset="0"/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98033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87333C-2611-E790-9B3B-2C68C1A1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08000"/>
            <a:ext cx="1270000" cy="127000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775EFE-B605-5A44-44A0-E3734AF41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10062"/>
              </p:ext>
            </p:extLst>
          </p:nvPr>
        </p:nvGraphicFramePr>
        <p:xfrm>
          <a:off x="2540000" y="1016000"/>
          <a:ext cx="5715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23845905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19718555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rPr lang="en" altLang="zh-CN" sz="16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zh-CN" altLang="en-US"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6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zh-CN" altLang="en-US"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71280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" altLang="zh-CN" sz="1600" b="0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zh-CN" altLang="en-US" sz="16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zh-CN" altLang="en-US" sz="16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41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51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Macintosh PowerPoint</Application>
  <PresentationFormat>自定义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Compiler native title</vt:lpstr>
      <vt:lpstr>Section title</vt:lpstr>
      <vt:lpstr>Native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2026-09-08T13:52:22Z</dcterms:created>
  <dcterms:modified xsi:type="dcterms:W3CDTF">2026-09-08T13:52:26Z</dcterms:modified>
</cp:coreProperties>
</file>