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38514-9736-AA0F-92B2-FD4ADC4F0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54799F-C4D5-D7DD-F26E-A48B941C6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AEB080-63F6-C1A6-FA52-41EE9A72B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BBBF82-70B2-3100-3F0C-6261D870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08B802-EB5F-418B-DCC5-94E49337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5074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7B4DD-8A5D-1FAC-AF4D-8ED0170ED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BFFF2C-F667-3701-DE17-DB9456826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8EB715-8925-5936-BF9E-081ECEF14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A49818-955B-67A4-4C37-6EE8449E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C006AA-3646-1470-342F-AFE8AB72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019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CD7807-6053-83D3-503B-6F5E50328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9F1031-CEB3-3BC1-4D64-CD84B6142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315C62-EB61-F971-1E5A-42F26364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1655C6-DF5C-7E04-4C0A-99F574217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CFFB8C-CF64-6F26-827E-D2EC5368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6717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50ED4-BF39-B27A-91F6-EAF87500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88EF2E-1795-AF2A-9DC3-4C1B417E3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333C22-3E07-17B2-71D5-12F083087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DDBB8F-FE11-2153-46BD-19F6EF24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654D51-9452-9FBE-5B08-8DF25FA57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BAD4B8-462D-70AB-6EBC-940D5850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8758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1BEBB-0E12-AE20-97E2-D860E00F6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C04CDB-8E3A-BA17-5008-0F1962956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6A7FE3-6CA8-789D-38C9-4610FDEA3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89054A-4D49-E553-558F-B948C1DE8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0456C4-25DC-9AD3-92BD-D8E01261C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031D77-4151-35F6-FFC0-CB65C2C53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BF6BF7-467A-4816-B1D2-41507FBF0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DAD4E0-64EB-3ACC-E091-DED2FD97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0434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8CBEF-D9E9-4BAC-941C-F01D3005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698F6E-2391-9EB2-CF6F-4C76A1249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87F30B-5518-1D90-4BB6-4154127D9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5A81F2-864E-D7CC-4106-BB0C5FF9C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3461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2B8758-552D-8EC6-1CF4-ACDC55BA6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843BF1-8C08-5343-5FCB-06F8A711E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C2D3E0-9242-102B-CF87-362163BB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358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E8A0D-45AC-4B83-643B-B6D5B9CE5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ADBC8A-D36D-2D2D-B98F-E171FF0D0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CF4553-AC27-5B0E-FCA9-4E58679AF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33985B-089C-CBB4-6256-93E5E9E8D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1AFE9C-71CC-9692-5924-969368083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4C4510-C0D3-6CB8-AFE7-1F4D27B9F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1298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85E2C-CE13-BA6E-BE52-A5A03E76C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7358E4-D9DF-B6B4-07E7-21F998668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76EAEB-E6CF-E6D5-8006-6F0EE7829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6EFBDD-3DFC-8851-8138-F65E202D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3B0147-1EBB-8EEE-94D7-5AA2445B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EEA517-0C0D-B5BF-5F7A-5D73A06D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330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475AE-A177-5059-4FB7-62D2F1F4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678E39-49AF-B2B0-2989-B0E42FC78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50FD1-5F3C-9725-8BF4-15D71B348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33D65A-4326-83D1-A3B1-0CB5D48E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D349CD-BDC1-ED48-8E66-D7256C96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238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DEAD2B-53FE-C827-1AE4-90FFB69EDE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972F8E-7895-28BA-8828-BCA59E72D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DD3955-E88A-162B-AC94-62E7CC18C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E352EE-B27B-3E4B-EB0B-1E1764A99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D63128-281A-9386-FF9D-2C7A0C994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0401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BD451-E52F-8F5B-9D57-3E9188F17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D5E603-9C67-A4F7-8915-A04FEBD9A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66F31C-0A42-2374-EEFB-15795A1C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4F65D4-6C4D-6EF8-FBF6-2A90C607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879E43-8008-C236-076B-B882EDDAF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977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1347EF-25B1-41D8-A4FD-48F1A7540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E808BF-DE48-D018-ECFD-A2B45E882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045541-0DAE-6CF1-C7B7-0311AA82B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900FE-743C-2244-93F8-770D479F542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B43181-635B-C297-B025-B4EA35AD8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59358B-6ADB-D5A2-2D92-21BC44500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8D24D-71E6-A74A-82BC-2BD7427D08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4769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52AD2A6-519F-2F05-BCCE-EE1C5F51A7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5294"/>
                </a:solidFill>
                <a:latin typeface="Arial" panose="020B0604020202020204" pitchFamily="34" charset="0"/>
              </a:rPr>
              <a:t>Compiler native title</a:t>
            </a:r>
            <a:endParaRPr kumimoji="1" lang="zh-CN" altLang="en-US" sz="3600">
              <a:solidFill>
                <a:srgbClr val="005294"/>
              </a:solidFill>
              <a:latin typeface="Arial" panose="020B0604020202020204" pitchFamily="34" charset="0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39177AB-F814-9F10-9A7D-F090E076B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>
                <a:solidFill>
                  <a:srgbClr val="5A5A5A"/>
                </a:solidFill>
                <a:latin typeface="Arial" panose="020B0604020202020204" pitchFamily="34" charset="0"/>
              </a:rPr>
              <a:t>Chinese </a:t>
            </a:r>
            <a:r>
              <a:rPr kumimoji="1" lang="zh-CN" altLang="en-US" sz="2000">
                <a:solidFill>
                  <a:srgbClr val="5A5A5A"/>
                </a:solidFill>
                <a:latin typeface="Arial" panose="020B0604020202020204" pitchFamily="34" charset="0"/>
              </a:rPr>
              <a:t>中文 </a:t>
            </a:r>
            <a:r>
              <a:rPr kumimoji="1" lang="en" altLang="zh-CN" sz="2000">
                <a:solidFill>
                  <a:srgbClr val="5A5A5A"/>
                </a:solidFill>
                <a:latin typeface="Arial" panose="020B0604020202020204" pitchFamily="34" charset="0"/>
              </a:rPr>
              <a:t>subtitle</a:t>
            </a:r>
            <a:endParaRPr kumimoji="1" lang="zh-CN" altLang="en-US" sz="2000">
              <a:solidFill>
                <a:srgbClr val="5A5A5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508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E243617-393A-BC17-E5C5-25CA19DB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5294"/>
                </a:solidFill>
                <a:latin typeface="Arial" panose="020B0604020202020204" pitchFamily="34" charset="0"/>
              </a:rPr>
              <a:t>Section title</a:t>
            </a:r>
            <a:endParaRPr kumimoji="1" lang="zh-CN" altLang="en-US" sz="3600">
              <a:solidFill>
                <a:srgbClr val="00529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94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657D3EB-7A4F-F259-B793-CF79F94B8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5294"/>
                </a:solidFill>
                <a:latin typeface="Arial" panose="020B0604020202020204" pitchFamily="34" charset="0"/>
              </a:rPr>
              <a:t>Native bullets</a:t>
            </a:r>
            <a:endParaRPr kumimoji="1" lang="zh-CN" altLang="en-US" sz="3600">
              <a:solidFill>
                <a:srgbClr val="005294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521B2E-18BA-9DF7-EDA3-2D6007247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2D2D30"/>
                </a:solidFill>
                <a:latin typeface="Arial" panose="020B0604020202020204" pitchFamily="34" charset="0"/>
              </a:rPr>
              <a:t>Alpha</a:t>
            </a:r>
          </a:p>
          <a:p>
            <a:r>
              <a:rPr kumimoji="1" lang="en" altLang="zh-CN" sz="1800">
                <a:solidFill>
                  <a:srgbClr val="2D2D30"/>
                </a:solidFill>
                <a:latin typeface="Arial" panose="020B0604020202020204" pitchFamily="34" charset="0"/>
              </a:rPr>
              <a:t>Beta </a:t>
            </a:r>
            <a:r>
              <a:rPr kumimoji="1" lang="zh-CN" altLang="en-US" sz="1800">
                <a:solidFill>
                  <a:srgbClr val="2D2D30"/>
                </a:solidFill>
                <a:latin typeface="Arial" panose="020B0604020202020204" pitchFamily="34" charset="0"/>
              </a:rPr>
              <a:t>中文</a:t>
            </a:r>
          </a:p>
        </p:txBody>
      </p:sp>
    </p:spTree>
    <p:extLst>
      <p:ext uri="{BB962C8B-B14F-4D97-AF65-F5344CB8AC3E}">
        <p14:creationId xmlns:p14="http://schemas.microsoft.com/office/powerpoint/2010/main" val="240939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CFCD6C1-1071-CDC0-2CA4-AE4F70792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08000"/>
            <a:ext cx="1270000" cy="1270000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D7E3A18-BB64-0E38-34F1-E2D56A0F9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961"/>
              </p:ext>
            </p:extLst>
          </p:nvPr>
        </p:nvGraphicFramePr>
        <p:xfrm>
          <a:off x="2540000" y="1016000"/>
          <a:ext cx="5715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374726187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973913215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r>
                        <a:rPr lang="en" altLang="zh-CN" sz="1600" b="1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zh-CN" altLang="en-US" sz="1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600" b="1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zh-CN" altLang="en-US" sz="1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555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lang="en" altLang="zh-CN" sz="1600" b="0">
                          <a:solidFill>
                            <a:srgbClr val="000000"/>
                          </a:solidFill>
                        </a:rPr>
                        <a:t>Native</a:t>
                      </a:r>
                      <a:endParaRPr lang="zh-CN" altLang="en-US" sz="1600" b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zh-CN" altLang="en-US" sz="1600" b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410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173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Macintosh PowerPoint</Application>
  <PresentationFormat>自定义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Compiler native title</vt:lpstr>
      <vt:lpstr>Section title</vt:lpstr>
      <vt:lpstr>Native bullets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2026-09-08T13:53:16Z</dcterms:created>
  <dcterms:modified xsi:type="dcterms:W3CDTF">2026-09-08T13:53:18Z</dcterms:modified>
</cp:coreProperties>
</file>