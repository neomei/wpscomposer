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0C02A-440B-B579-C374-58B793163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8B0F44-C796-4915-C4C5-664182F31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C6CC1F-A133-AA0E-B1A2-7D8968C8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E011B-3A2B-2060-4D68-7541DA0F9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7FCBE1-06DE-C0F5-193A-A2B6A740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6908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7F54A-9B0C-6CCC-9DEE-F9C0A206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3D2E1C-BE27-DCC7-2545-C3DAE99B2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4EB43-7978-B0FE-8E78-97DBC0F9F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FB252-7940-3226-53F0-0D9A281A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C7363-BA86-CDFB-161E-A2E1CBA4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276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9DFF3-2335-00C6-72DA-71A80971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DB5CB-CF2E-7EE2-D94B-776D9DCE4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4B981-135D-3837-A907-7671F68D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F28E48-B7CC-7CC7-7481-53CB5FC8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46A4D2-77A4-B2DE-1488-DBB86A41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405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98F71-EB4D-CC91-DDC3-3A78D3E88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8D786-FF78-3E2B-AF11-DA37B8CE1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AA1F58-490C-0D23-8569-6B9254DFC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082F2-20BF-5A5B-8B6E-534FCC41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43F126-9086-7479-B025-9413226A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D5BE8A-6B75-1116-E96D-B36D0AB8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064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8F713-C6F0-16C9-E846-6B08390B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F370E9-5B39-32FB-6F89-988A8D4BF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D4FD89-0289-568A-BE73-D999A73BD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D20A66-0D5E-BDDC-E3DD-EAEFC460D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78CC04-1D91-527D-6C3D-FA252B1ED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1200CE-2805-2419-B130-CAEDA6E3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997D99-5B72-0AC3-F59A-1B8B29F2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BA6F40-57C3-9334-3FA4-616CE85E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391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D2B8F-18DB-EAB1-9426-9625FBBE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721155-5A0F-274F-C0AD-81DC2738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654E61-9A2D-7197-5C5E-7F224D223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EC26FA-C2CF-7439-8D1B-BB7EDFFC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856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DF2A00-9FE5-790C-FE5F-8671883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0606B2-E220-56F7-CBE3-F4B79094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5EFB9A-093B-1534-0BCB-06CBE4F3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705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7DAB1-7D2B-49B2-D97C-953C853B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79965-72F4-2EF4-1F82-EE37FACC1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2A8D8B-CB1E-CB95-7B7B-B85845EC9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11AAAD-7E0A-C713-DE24-7ED3ADDB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3A22C-BFAC-EFCD-6F55-54364343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6F7282-F609-4EA1-EAF6-0DB26464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692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56BFC-0AAD-D14E-318A-0C1A2049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0F0C2D-FE10-FFFE-18CA-63C1A45FD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F9D257-3853-F1A1-0E17-FE7AD457C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0EEE9E-1676-B97E-30A7-97636B8F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CD3D23-5F1F-A441-92A4-CF68F349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43B02A-D09E-1495-A753-9241E7C5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241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E9778-CE7D-4E67-1DCF-97E9D11F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8CAFA4-5E6C-E332-524A-AB831242D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451777-E303-A546-80DB-9691DEFE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3F06A-8CD4-A7EA-B094-BF49B729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C2DB9-4119-ADE9-4A1E-8471E34B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78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2B8238-F2F1-6249-115B-5F9D28656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90ED69-5FD9-6553-0FF4-092998DE5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8F223-A3BF-DADA-8558-0F02F5C2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56064-47C9-D5A6-7469-C95ACA06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8CDB95-6B98-31C4-AE5E-BEB8EB7A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406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A4396B-3457-66E6-EDAD-28CB89C1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F7B40-FF9A-EDBE-A1C6-C0051D690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80A3F8-31B6-523C-78C7-DF95BD55F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64AAB-87D8-4543-BD76-2FC40E32F8A4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29D8E6-D127-027B-7B1F-BEDD96472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28B4C3-E829-C69D-6E62-97AEF1EDC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D457C-633C-3D46-B323-94E6953CDA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454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1DDD2A-F559-4687-7955-5BACAB5A6211}"/>
              </a:ext>
            </a:extLst>
          </p:cNvPr>
          <p:cNvSpPr txBox="1"/>
          <p:nvPr/>
        </p:nvSpPr>
        <p:spPr>
          <a:xfrm>
            <a:off x="508000" y="508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/>
              <a:t>Native basic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788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2026-09-08T13:37:03Z</dcterms:created>
  <dcterms:modified xsi:type="dcterms:W3CDTF">2026-09-08T13:37:04Z</dcterms:modified>
</cp:coreProperties>
</file>