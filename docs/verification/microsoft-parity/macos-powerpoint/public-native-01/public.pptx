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24856-6C36-2C54-FE43-308D04A54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91A944-1ABE-CE18-73AA-D90B6ABCF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A84986-9F6B-B118-D6DA-3D5D7720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FFABB-73D0-059F-9C10-2EB50D44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340F7-4E7D-CEC2-9006-D0C7DF65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552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80236-A4D7-CEC0-16FA-E65054FA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EF939-F7E2-8686-8560-1F7BEECE2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4E61A-DC64-9C40-9A17-B46EAE66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FD5AC-083E-2F7D-B0D9-1E7E96AB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1992C-5F1F-87DD-BABD-BA36C32C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650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EC2DF-BB21-9B6D-35FE-A613E869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73CD05-42AB-62CE-429A-66F37A0ED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75535-217D-C985-83E1-B4C061F4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F2100-F04E-9F77-B44C-C5C1D59E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204BD-1A68-2897-479D-2258CC0F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12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4BC27-9AE2-C26A-7C2E-7C0B0EBB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49D21-267C-99F0-6CCA-F3F72512E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342593-8C4E-ABBA-9CD9-84D8833D6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DED9B7-6A11-7146-1730-15AF2891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E4AF0-63B0-AD17-0271-3A7F5F34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AD8CCC-E79E-3DE3-82B3-CF783B4A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572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61434-F480-A04C-3322-7C98BD29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54EE68-A04E-5DFB-CD59-5478C76B9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0F3AF4-4DE3-BC80-2E99-36EC46B5A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EC52F2-5D93-9321-A2C3-D9BF51E7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E85A93-C227-1AF6-A3B1-7E12BA2B2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E0220A-681E-B03D-A7EA-C33DA96C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F44B9C-56F4-D7FF-486F-C22EDA8F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79D916-372C-F842-B409-842028BF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56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1B39A-8C67-3ADA-67A7-4D62FB14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D4A5D8-6D05-2A9E-DDCC-9B656CE5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5B9184-0DF4-8E83-CA45-75FCDDBA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99BA6A-68D5-CE39-9909-B144FD28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089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15B430-3BF2-66E9-1953-07D78123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DB0A5C-4CC3-E820-8A7E-3CF13312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736CD3-EF37-D0C4-8A2F-3B9EAEBF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479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BF13B-D714-9D7B-658C-E6A196DD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A91BF-5C8A-6DB7-8D76-162B3B867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D8A74E-D616-EFBF-EB53-2DC39BFFE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2E3FB1-86A4-C30D-B401-A828A30B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683D8-F5E1-7349-AA74-96B78FD6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C09B3C-7341-3CE0-FF16-D5C63FD3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00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38D4C-9A95-BA3E-6BD7-C7A91C60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44ABBB-6324-CB0F-6C71-716D06F89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60D2CA-2104-A411-3EA4-CB0E7B6A5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C4C39-2300-3075-B862-73B88A82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627F2F-2C98-7D72-411D-B8BC268B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C5AE09-B41D-E3F4-3A0B-A99DDDAF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553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6AA6D-03E7-DB5D-B55C-903010E1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78F7B0-66F7-E259-735D-9AFC791A9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06CD8-5120-5B04-CD06-27AEE038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5F7EA-BA7F-7EE2-72F4-54309401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61182-A3D4-ADA6-B6EE-A204EB27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277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7D1E79-3DCD-FD98-DF61-593DB80DC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463EBA-3301-230F-4C49-FCC79BDA4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8ED1B-DE2F-1D5A-D7FA-6CB84DBC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F9E20-A7CB-C3A6-A8E8-2D6DA7A7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B4945-197E-D1B3-1E2C-78BAA659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8315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E5C17-BCC5-D8C0-EDA5-8A7136C3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4C1C64-386E-CD34-6436-04AAF1AB8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175494-8A2C-67CF-E84B-AC12D1E3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5AE09-0CC5-5539-858C-C1E7C77F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25FF0-5846-2DD1-5E40-02987A15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046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29C347-B1A3-E4B1-A935-2B703F37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13A24-D499-B298-F68D-7DBB8E60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04D689-65C6-7AA2-A1DF-0AAF4350E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82827-B45D-E84D-95A5-F6D8ABD4944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8051D8-CBAC-9A44-8D46-D85EEB66F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DCA454-2156-A05D-DDBE-14B19A40F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EAC9B-5C2F-604C-9656-5F56A5D9E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60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A893945-85BF-7D4A-DE4A-5745A9388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5294"/>
                </a:solidFill>
                <a:latin typeface="Arial" panose="020B0604020202020204" pitchFamily="34" charset="0"/>
              </a:rPr>
              <a:t>Public PowerPoint parity</a:t>
            </a:r>
            <a:endParaRPr kumimoji="1" lang="zh-CN" altLang="en-US" sz="36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9EF2369-B2B9-02AD-08FE-2084321324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843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F85ADCB-629E-145A-CD6A-93B0A19C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005294"/>
                </a:solidFill>
                <a:latin typeface="Arial" panose="020B0604020202020204" pitchFamily="34" charset="0"/>
              </a:rPr>
              <a:t>Native editable content</a:t>
            </a:r>
            <a:endParaRPr kumimoji="1" lang="zh-CN" altLang="en-US" sz="28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A6E8A9-3354-3412-C63E-730CDEE48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Alpha bullet</a:t>
            </a:r>
          </a:p>
          <a:p>
            <a:r>
              <a:rPr kumimoji="1" lang="en" altLang="zh-CN" sz="1800">
                <a:solidFill>
                  <a:srgbClr val="2D2D30"/>
                </a:solidFill>
                <a:latin typeface="Arial" panose="020B0604020202020204" pitchFamily="34" charset="0"/>
              </a:rPr>
              <a:t>Beta </a:t>
            </a:r>
            <a:r>
              <a:rPr kumimoji="1" lang="zh-CN" altLang="en-US" sz="1800">
                <a:solidFill>
                  <a:srgbClr val="2D2D30"/>
                </a:solidFill>
                <a:latin typeface="Arial" panose="020B0604020202020204" pitchFamily="34" charset="0"/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205180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49BE3E5-C2DF-ADC7-0E60-0119534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400">
                <a:solidFill>
                  <a:srgbClr val="005294"/>
                </a:solidFill>
                <a:latin typeface="Arial" panose="020B0604020202020204" pitchFamily="34" charset="0"/>
              </a:rPr>
              <a:t>Native table</a:t>
            </a:r>
            <a:endParaRPr kumimoji="1" lang="zh-CN" altLang="en-US" sz="2400">
              <a:solidFill>
                <a:srgbClr val="005294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E4D080-FAAE-43FC-AFB1-CB709D8FA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sz="1800">
              <a:solidFill>
                <a:srgbClr val="2D2D3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C4128F5-4954-E52A-D1E9-6083107D8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663670"/>
              </p:ext>
            </p:extLst>
          </p:nvPr>
        </p:nvGraphicFramePr>
        <p:xfrm>
          <a:off x="762000" y="1524000"/>
          <a:ext cx="10668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24532398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346749130"/>
                    </a:ext>
                  </a:extLst>
                </a:gridCol>
              </a:tblGrid>
              <a:tr h="2413000">
                <a:tc>
                  <a:txBody>
                    <a:bodyPr/>
                    <a:lstStyle/>
                    <a:p>
                      <a:r>
                        <a:rPr lang="en" altLang="zh-CN" sz="14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2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4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zh-CN" altLang="en-US" sz="14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52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768206"/>
                  </a:ext>
                </a:extLst>
              </a:tr>
              <a:tr h="2413000">
                <a:tc>
                  <a:txBody>
                    <a:bodyPr/>
                    <a:lstStyle/>
                    <a:p>
                      <a:r>
                        <a:rPr lang="en" altLang="zh-CN" sz="1400" b="0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zh-CN" altLang="en-US" sz="14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zh-CN" altLang="en-US" sz="1400" b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181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46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自定义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Public PowerPoint parity</vt:lpstr>
      <vt:lpstr>Native editable content</vt:lpstr>
      <vt:lpstr>Native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2026-09-08T13:54:04Z</dcterms:created>
  <dcterms:modified xsi:type="dcterms:W3CDTF">2026-09-08T13:54:06Z</dcterms:modified>
</cp:coreProperties>
</file>