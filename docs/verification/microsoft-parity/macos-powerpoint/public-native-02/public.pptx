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8E4D1-6D48-FC25-A468-27E103728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00D868-EA09-4AD9-6CF2-96A20496C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6B8EAC-A81A-694B-8AB2-04BF4326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5BDD95-2598-6E16-88F1-A113B905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9544DF-1814-BD1C-81F2-312DAFED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066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C60B3-868A-5ED9-E829-5C4560A3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48474E-17D5-848F-5353-9110987C4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4E2400-9159-FDB2-AEBB-48532E3F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91BB4E-46D5-1065-EF8F-C827BE0F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F12C4-C994-084C-A9CA-0D4BCBD2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032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A2503-FE5B-9FE5-E2D8-78757948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5EB419-9D6E-9F55-B28C-5E57E66A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3CD9F1-FB53-E27E-45E7-2C125BDE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171E0F-F6DD-46C9-4103-37569700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CCCEBA-A4B3-FB0C-3E38-18FF45AD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465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64E95-5535-109C-6D51-FC1E0E6A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98B8BC-8712-4280-5646-F51212385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C375CB-13AA-AF61-4CD5-7E35579A1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87CBC7-E7B5-A2A5-6D49-0F85D3A6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4ED584-F067-C781-67DE-E3E6A80F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1978F5-431A-084D-8A34-142988D4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2398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6002C-F0A5-C10D-C2AF-459736E09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BDE6D0-78C0-645F-B38A-3100FDF3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70E5BB-CA95-62FF-DBB6-6E6FA10E3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9B9A07-C392-FA07-7851-12774EC91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591EFF-7F82-1726-C868-E273E6211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50DF32-9BED-E709-959D-DAC33916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1AC7C8-1A05-6544-1017-B155DE8F6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A1CC28-F378-9C24-D242-18F61631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158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3BA88-A562-1D10-4665-4F34B25F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942C4C-788F-88FB-3A98-3CBBB558C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663AF3-4777-41D4-F1BB-4EDCBE86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0BF9F2-1C12-2B42-4334-C7C1067E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271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B9006F-21A0-77FC-D403-2D751F1A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C81A3F-D170-1DE5-6ACA-2FF4DCDC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2A7217-1CDE-0BED-247D-CEEB6B60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7317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F1177-F77A-B91B-F6CB-134C7984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70A8A-A9F5-A086-4876-974D35BFF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AF4F33-0F28-5080-F201-D66A8810B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AA76DD-1314-1D1A-7F8B-038620661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3F0A17-4CEF-9AD5-CE83-8807623F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1D40D9-2606-4B66-6F05-704BAC84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811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418E9-3B3F-D2F4-5D38-0453931B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ED559D-C38C-5B2C-A3C2-4E0DE0533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F0CC98-7C3B-05A6-04BD-349121D30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58AF8D-D46F-F242-6AD9-AEAF5C7FC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1584CC-1EC1-698E-DB1D-459CA7C6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47235C-ADF6-08F7-A259-3992BB6A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22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B2809-A611-6A6C-D2C7-D649F07C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389FBC-5FC3-890A-C910-1265B74D1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2D6472-CBCC-D6E7-0006-7972160E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01F2A-3E05-8587-2388-9E3A818C9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3B0A29-24D4-067F-70AB-D3728C82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414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C4BFCB-9AC7-6CCD-49B7-6D1E08B94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2A7726-65D3-3781-C480-90DFBD628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33AAC1-FC98-F64D-3764-831CE64A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74399-EEB6-11A8-2944-D7AE4084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2052F7-32BF-5ADB-573A-11294BB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858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5E315-3950-4774-85B1-927C17C1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363989-7BEB-237D-0E37-67F28070C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F0B03-D91B-6FA6-4970-C5AE82B3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E61E3-3061-11CA-8E29-04A9720E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CB5EA9-D130-CD40-19E0-EA5A0FF7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437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286D06-8751-DC07-6B1E-148DD263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E19485-356C-D5A9-1A72-C7EBFE29F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FB985-7CEA-9074-957E-994A76D29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EFFF6-5E6E-6E46-A523-3A8F19AE0F70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E4532-7323-95AE-318B-4F6727413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FDBA2A-5746-8BB8-853E-5735E3216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72AF3-99AF-7441-AB59-A2FC32437F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186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CF7BA7A-CD55-8F08-36C1-B32622E3F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5294"/>
                </a:solidFill>
                <a:latin typeface="Arial" panose="020B0604020202020204" pitchFamily="34" charset="0"/>
              </a:rPr>
              <a:t>Public PowerPoint parity</a:t>
            </a:r>
            <a:endParaRPr kumimoji="1" lang="zh-CN" altLang="en-US" sz="36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71BB476-269E-75E6-67A8-3B41163A0B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4282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FD537E9-98DE-089B-E905-7060147F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2800">
                <a:solidFill>
                  <a:srgbClr val="005294"/>
                </a:solidFill>
                <a:latin typeface="Arial" panose="020B0604020202020204" pitchFamily="34" charset="0"/>
              </a:rPr>
              <a:t>Native editable content</a:t>
            </a:r>
            <a:endParaRPr kumimoji="1" lang="zh-CN" altLang="en-US" sz="28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2F81D6-4BC4-E945-2588-B9203711B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D2D30"/>
                </a:solidFill>
                <a:latin typeface="Arial" panose="020B0604020202020204" pitchFamily="34" charset="0"/>
              </a:rPr>
              <a:t>Alpha bullet</a:t>
            </a:r>
          </a:p>
          <a:p>
            <a:r>
              <a:rPr kumimoji="1" lang="en" altLang="zh-CN" sz="1800">
                <a:solidFill>
                  <a:srgbClr val="2D2D30"/>
                </a:solidFill>
                <a:latin typeface="Arial" panose="020B0604020202020204" pitchFamily="34" charset="0"/>
              </a:rPr>
              <a:t>Beta </a:t>
            </a:r>
            <a:r>
              <a:rPr kumimoji="1" lang="zh-CN" altLang="en-US" sz="1800">
                <a:solidFill>
                  <a:srgbClr val="2D2D30"/>
                </a:solidFill>
                <a:latin typeface="Arial" panose="020B0604020202020204" pitchFamily="34" charset="0"/>
              </a:rPr>
              <a:t>中文</a:t>
            </a:r>
          </a:p>
        </p:txBody>
      </p:sp>
    </p:spTree>
    <p:extLst>
      <p:ext uri="{BB962C8B-B14F-4D97-AF65-F5344CB8AC3E}">
        <p14:creationId xmlns:p14="http://schemas.microsoft.com/office/powerpoint/2010/main" val="208447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FE6DB72-A1EA-52E0-D726-8231AF48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2400">
                <a:solidFill>
                  <a:srgbClr val="005294"/>
                </a:solidFill>
                <a:latin typeface="Arial" panose="020B0604020202020204" pitchFamily="34" charset="0"/>
              </a:rPr>
              <a:t>Native table</a:t>
            </a:r>
            <a:endParaRPr kumimoji="1" lang="zh-CN" altLang="en-US" sz="24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BD3978-DCEF-C888-F7C4-98924A3C3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zh-CN" altLang="en-US" sz="1800">
              <a:solidFill>
                <a:srgbClr val="2D2D3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4357E06-AB70-0F64-1D35-9DF201CD7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28397"/>
              </p:ext>
            </p:extLst>
          </p:nvPr>
        </p:nvGraphicFramePr>
        <p:xfrm>
          <a:off x="762000" y="1524000"/>
          <a:ext cx="10668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678055418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635845302"/>
                    </a:ext>
                  </a:extLst>
                </a:gridCol>
              </a:tblGrid>
              <a:tr h="2413000">
                <a:tc>
                  <a:txBody>
                    <a:bodyPr/>
                    <a:lstStyle/>
                    <a:p>
                      <a:r>
                        <a:rPr lang="en" altLang="zh-CN" sz="1400" b="1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2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400" b="1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2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5024"/>
                  </a:ext>
                </a:extLst>
              </a:tr>
              <a:tr h="2413000">
                <a:tc>
                  <a:txBody>
                    <a:bodyPr/>
                    <a:lstStyle/>
                    <a:p>
                      <a:r>
                        <a:rPr lang="en" altLang="zh-CN" sz="1400" b="0">
                          <a:solidFill>
                            <a:srgbClr val="000000"/>
                          </a:solidFill>
                        </a:rPr>
                        <a:t>Native</a:t>
                      </a:r>
                      <a:endParaRPr lang="zh-CN" altLang="en-US" sz="1400" b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zh-CN" altLang="en-US" sz="1400" b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591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472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自定义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Public PowerPoint parity</vt:lpstr>
      <vt:lpstr>Native editable content</vt:lpstr>
      <vt:lpstr>Native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2026-09-08T13:54:34Z</dcterms:created>
  <dcterms:modified xsi:type="dcterms:W3CDTF">2026-09-08T13:54:35Z</dcterms:modified>
</cp:coreProperties>
</file>