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6D3C6-53D0-204F-9BB4-A2E80BEA84BC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15150-9865-DE45-AE4E-5EBF9C3F9B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30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015150-9865-DE45-AE4E-5EBF9C3F9B0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1826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7AD66-2399-9030-2024-02341D6C0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3B85F4-151D-6D76-61E2-812893FEB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D2943-FA2A-85C6-0E4E-81F3C8A89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A21084-CE3B-955E-36C2-B915C6A3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2D7ACA-9039-0FF9-27BD-D49012F0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249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74349-F179-886F-81C4-B147A74C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F96BAA-30A3-1A34-4BC1-71456FC9E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28CC0-24C8-7AC1-4201-7C9899B0F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3245D8-48FD-A87F-0E29-F8081D6F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D2444F-198B-C701-E044-50DC0199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6967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A8162-55AC-95F4-2535-8E71D12E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96B270-564B-D72F-2C35-B2061463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FB77C9-4236-4EB2-A4F8-1572BBB1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A1791-FA42-96FF-657F-2E41E707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A11036-4EE4-5FFD-ED91-2875A37B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26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1573D-A1EE-FF39-ACDF-7F7C39D0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0BE22B-7CB4-6228-77C2-1E29029A2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68BFC1-92D5-72E2-E78B-E5D05CD7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22A7AA-752D-5006-6CBC-1F0CCF43E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B5B4AA-2E05-EC20-F784-2E70BF80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03034D-B045-BE83-08C3-33F1400B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6218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57146-0A5B-9E17-7443-8BCFF02F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689C98-F55A-81E9-C405-4B7E2846A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FBCFB5-DFC8-2533-6038-C2BC81469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619C4C-9756-8561-AB39-0C3D2E82F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E98097-686F-EB41-85AC-A5031C4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206E47-6F51-A5C4-CE5F-C9DFBDBD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A19DDE9-C11F-A14B-163D-5A7FD86D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7D4B60-EC23-F53D-BC8D-69CC5E39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6607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7A603-1FEB-D9F9-3DE4-2796DD70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F3B6AF-927F-6099-5A4C-7F3DF446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2FE3ED-1B17-1807-3124-5B30BD155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BED1B3-3A33-41A0-D86C-F1DF7377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9481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48529F-7F29-C06A-22F2-D77FA1269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09430C-F70D-B385-9C89-F3739C51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F9FC33-0209-0A44-4DEA-446E1AC55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6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5506D-BF6B-A4B2-36B5-E93F85D1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354FC8-981E-8CAF-FBDE-4CD85C50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9AC5DB-613F-799B-B184-C1CAE5A43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7265A3-319D-D6DB-0F98-2A0486C0C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2D2E5B-CF32-07D4-AA90-11D42289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F21C6A-32A8-D3E6-52C8-A7A12422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2303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53797-4D68-BF0D-2747-46917152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79608E-00EC-942D-9C8B-D3EAAAEF0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0E7663-7941-D67A-7C24-104B07DB5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64C1D6-97B3-0FA7-44D3-32876BE3B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40C3DD-4829-78B5-2200-A8B777E3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C51ADC-0CB1-7B27-D0BB-C0F7C97B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6414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9BA53-3F16-A760-43E9-192152D0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8B177A-4AA6-BF09-797D-D74159164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C3BE5C-2401-0D85-3C1C-1C61F816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6BA5F-25AD-E009-9E9F-AF03AB6B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0F51D2-A612-6F33-3E87-847DAF5F9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0892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63574A-D769-F779-8413-DB66DA1A8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AD521B-AEAF-AAD8-A99B-7CA72B39F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273F94-D773-7337-2474-B88F1C88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3D257E-9914-3250-E555-598D9222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895B3E-E485-D0C6-E4C6-7543E61A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9565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4C0F801-DEA2-FA50-D3F3-C8066DD7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6848BC-5F78-A037-3986-BE869D1C6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CB42E9-0C20-8310-0B9B-1B70DCB16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3C8DB-3C8E-C842-957E-6B9F2FBE8F3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AA8529-4385-CBB3-7392-4D1C53434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2E909-A6B6-E9D0-8475-E3A5D0779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B95D0-E0CC-A348-BFC5-62615BD83E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11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FEF329A7-235D-23BA-410A-9D947A54B892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562CCAAE-3430-054C-32E7-3C7744FEA61A}"/>
              </a:ext>
            </a:extLst>
          </p:cNvPr>
          <p:cNvSpPr/>
          <p:nvPr/>
        </p:nvSpPr>
        <p:spPr>
          <a:xfrm>
            <a:off x="508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822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25D2C29F-4931-6441-848D-60534A47F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712207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355701792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5573187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25005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11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65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</Words>
  <Application>Microsoft Macintosh PowerPoint</Application>
  <PresentationFormat>宽屏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2026-09-08T13:25:45Z</dcterms:created>
  <dcterms:modified xsi:type="dcterms:W3CDTF">2026-09-08T13:39:48Z</dcterms:modified>
</cp:coreProperties>
</file>