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CEFA9-DF93-9444-8D89-4E6C6850080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BF2C4-CB40-F546-9098-CA6A61EF2D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571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BF2C4-CB40-F546-9098-CA6A61EF2D9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0244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029FE-EA12-FD80-A6C0-6E567D68F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5F2D4C-37E9-6C6A-A9BF-DABF26C58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98C79-70DA-94D9-1643-04E96016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3634-AB0B-DE53-614B-733DCA10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DE0E6E-DDA0-98AB-4A49-A47FCDD2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21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03396-328D-9C1A-AF55-2BAFACB1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F0D1F-2D78-9D97-F2CF-ECA299443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B8EBC3-8E43-ADF7-7A8B-9E84EF17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252FAD-411C-5B09-4200-510A87F1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4C9B1-72C1-ACB6-443E-A1AE3D3A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754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FA36F-2F15-A54B-9A3E-77FD5AB6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22B7E2-92BB-AE75-307D-A48FA0F52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A9DACC-DEF3-0F0E-C4AC-A82BE69E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01D9C-CF67-7882-0037-FF871F90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7CBE8-04DF-B3C7-3A76-136766D3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840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49DAE-CE28-87CF-9E64-DDB09FC8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D68847-7AE5-D7BC-DD6B-0C7F305C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D74C17-AD3F-D237-3D82-94D09D6B8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9E67CA-D946-B824-9D5E-866F5E36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5F40AE-02FE-E7F9-40DA-EC703E8E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4A9548-23F3-6BFD-58EE-AD1914A3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05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07BCC-F84E-DF29-5FF0-2AFCA118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86FA7F-2C48-0546-9001-2CDA32423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692549-202A-28F1-5071-027CE3C39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0B86A2-C6E5-85C7-BC58-9A26EDDB8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ACF39E-E2A6-9F68-26C1-41064137B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CBEC55-8FCD-F284-18A1-BA3ED0B8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47CA2C-1BE1-244D-D2FA-C9576E2B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9A96DD-E12C-7A6E-616E-26E31B8E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313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A0988-F720-CD41-47C6-D9CDE5CF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AECB1F-9669-7634-C0BE-D82DD454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1C22BE-F078-ADB0-B246-F06631FB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655498-314C-822E-D336-54B14EC5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3479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0F6241-FECD-6C43-67E7-177356DA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9D9E1D-24C3-4D98-5E75-685AF74D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B1ADE0-9D72-9A94-A7AE-6F43F42B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17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C0117-E879-42C8-4851-58522230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07629-C2A9-352F-DA0A-C53BB723F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E2FE5B-64A6-5457-5902-C258D0211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9B5870-2E42-1139-26F4-1B1D8D65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6A9AC2-A2BA-44A3-EE69-8A3379BE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DF8EB8-9C14-5F6B-AC1E-BCB67331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118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77B11-B579-B80F-7796-972CDE94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2B6342-3564-C78E-B142-971B549DF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3F0034-20F5-AE14-35EB-792EAEFC3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FF1F93-2489-08F4-AD1E-1CF53478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768AAB-97B7-9C74-91D9-C05E7D16F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55E04E-8FE4-6655-3152-EBA5764E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651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0084B-352B-01E3-575B-70D0D378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E8D2F1-DF5D-D47B-04A3-8960400F2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C32C7E-DB9D-2EBC-7589-A2935BBD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14801B-1663-015C-CC48-6E73EA86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A9EA2A-AD64-160E-D7B0-D4998B42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322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EDB3F2-51EF-2FDF-D096-F8BFBC3AA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3A1A8B-A341-3D08-18EF-F3CE1BCE6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C64098-F94A-E3E3-EC3C-5F82027F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F54310-F5FF-1650-D669-78ED59CC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E5D816-F49B-C000-30E5-986F0981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526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6A4E4C-7067-3634-EE8B-D6083F62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68E41E-FEAC-5640-2E79-549222EC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AF624-41D7-F5D5-DB6C-D577DD8CE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60903-112C-5642-8809-422584965E3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82EBF-C2B9-895D-5842-33322BC6B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ECEFFF-3378-CFC5-35EB-06EC7EB2B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AC949-F6F3-DC48-B633-3711232003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134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D276F438-F9B5-88CE-2015-CB9563EAE213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BA610FEE-E42A-6A92-A14A-E408F5A91B4E}"/>
              </a:ext>
            </a:extLst>
          </p:cNvPr>
          <p:cNvSpPr/>
          <p:nvPr/>
        </p:nvSpPr>
        <p:spPr>
          <a:xfrm>
            <a:off x="508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159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726859F8-3345-6EB9-46B4-1D117D2A9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998950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3021200862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68530740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37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850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800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Macintosh PowerPoint</Application>
  <PresentationFormat>宽屏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2026-09-08T13:26:54Z</dcterms:created>
  <dcterms:modified xsi:type="dcterms:W3CDTF">2026-09-08T13:39:44Z</dcterms:modified>
</cp:coreProperties>
</file>