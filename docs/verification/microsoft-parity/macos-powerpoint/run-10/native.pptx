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FDF43-45EB-0C45-9B37-2F040822886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EFAFA-5BE5-5640-BADD-E233809021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830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EFAFA-5BE5-5640-BADD-E233809021D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8594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E1C91-EA97-0375-FC56-8F85ADE83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AE2AD6-485A-F465-DC79-8147206C8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5308B-3AA7-5DB6-0523-3D0D2624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6C8E2-39E3-BD4C-F9D4-8CBA74A3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7CADCF-76C3-46D8-AF1E-A5426A01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257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EE577-A1F9-8C21-72A2-53D25FEF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1A72B2-A4CB-F607-C9AB-9F2F995F7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9EBBA9-45EE-F29E-8D20-F957B30E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57552-738C-9EB0-3192-0BE4066B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3DA08F-EDA0-266A-5C72-5F30DE5A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580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90DF3-5D26-6E4C-C05F-70556A2B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7412F-52B8-14AB-86F3-5D199395B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DA18DF-04E3-80DE-D807-AC2F6FD0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01522-5FF3-4094-16DC-95546E2E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D6DCF-03D9-D5B5-5122-B46198BC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824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3A06A-5260-89A8-AC75-2A79BB9B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8FB2A0-826E-9397-6F6F-7479A984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F149F8-AC68-3C85-DBBB-995E940FB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C2F42C-41E7-9A06-990E-94C6015E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E0C5-1EB7-60D6-7FDF-7859F76D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DE9BFD-C721-6B1F-C5B4-F9BA5CCC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1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4CED9-E1AC-39FC-0EED-66789BE22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25883C-3D8F-4E35-50BE-06C728910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A2F0A3-2D77-8235-E406-04F27A28D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621307-5425-359E-E2AC-42D2147D6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F8ADE2-1F19-1035-850B-86F35884E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B7BC7D-1600-E107-E993-8DDE6819B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9E52E5-6A73-A4BE-0D89-266CB86C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775E2C-75A8-8EC8-C25E-E64FBBB4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700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607D-B1B3-E64F-7908-FDF7854E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B8A2AD-1A9A-59C1-1D88-2AF45B30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C433FD-F6B7-A445-4D03-6F5F0428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C31C57-3AFA-A6E4-A962-012E56B5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444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E914E3-DCE4-4EF6-8D8D-CF58E227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FDA364-1F12-D475-7D38-E089C44C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5B548A-D8C6-CE16-6078-C10DEE88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768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E232-0AF8-9FF0-5387-522CF5FAE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17D07F-2391-D612-E52F-62946D287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F719E9-D187-B89C-0074-FA33384EF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0CDC26-1C4E-2F8B-740D-64204691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19B308-73FE-2E91-ED2F-65BDD37D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DF40CC-C5AF-9604-C1F9-4DB635D0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087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DBA14-D94B-CC24-B8BF-8090D1040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E886FA-413E-EDFD-F853-37FA81C00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7C95D0-A833-83D4-2968-850AFF04D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773105-CB59-4636-3D44-E4A3CFAD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A515E2-7F9E-12A0-A3C8-9DFC2EF3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6250D5-7AF5-8450-1F8C-D3196878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934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AC06E-04EC-3F27-66FC-5F1F84D9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D725FC-43FA-0D35-83E9-909C8125D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00060-9265-ABBE-2FAC-04404E9A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20454A-88F0-C850-1792-EC9B7318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0AC784-28FF-8AF9-D8F3-9DD03F39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003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D90067-F32D-442E-4625-F5B3B6D7D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7C2E03-D9B6-4817-C517-F4C9CEEC9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CA4C0-AD4C-4AF0-2CB2-51D2F563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DDA18D-82CC-0C51-1433-BF333050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5C798E-FF3D-A39E-3D1C-C64315FB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00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6DA17E-B3A8-BCB6-4AAB-FCA7068F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4C2784-2349-87E9-CE41-F5187334D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6D101-49B9-2459-2A76-2DE369B6E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9622-A4FB-CA40-BDC5-2AC41E11CED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55A5D-E045-35E4-3C18-6DC1AAC96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9438BB-03CF-AE6E-8DC8-082CF5F47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9EFC4-AC7B-594B-863F-A9231B68BD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246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01DD03EF-EF56-D30C-45CC-88AD9BE86CFC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F98DC447-EC99-75A9-4711-6E539CC79890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10353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2AA80FBA-18A6-E7FE-B0FA-BD49F4359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330231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64135409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419676408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4743369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5591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21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2026-09-08T13:29:30Z</dcterms:created>
  <dcterms:modified xsi:type="dcterms:W3CDTF">2026-09-08T13:31:01Z</dcterms:modified>
</cp:coreProperties>
</file>