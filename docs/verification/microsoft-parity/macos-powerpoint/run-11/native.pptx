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FBED9-0D8B-F04B-A646-5618F73FA7F5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D831E-8829-A846-9D97-EEDC7D76CD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4992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D831E-8829-A846-9D97-EEDC7D76CDA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728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93BAE-FE6C-A891-8824-DD6247042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0298C7-828E-781B-C3C3-1EA336EC4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EDE97B-7278-C8A4-2865-19EF79CF1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96EB0-490C-723B-6924-5EB94004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A5670-61BC-B906-EC24-23FAC44E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992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243E6-C9BE-6887-7216-C0E934FB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F84A1-F7B1-0579-919C-638A7605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C3593-20B5-6FF2-B2D1-2086108C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C3E58D-758F-2668-712B-6FC728CB1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7C780-DCC6-9BEA-86BA-18716A5F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451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E3779-118A-3A64-5AEB-321767E0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1BA8E8-EA97-6AD0-2CBB-595B71E6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874F4D-A952-DD7C-DA55-D7F1759C6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256E76-5DE1-108A-E13D-50FCA262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3439E4-B089-8433-ADB3-4C9E1ED5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658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1572B-B500-FDAB-E48F-F8B2A6D6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36DA89-9A48-74AA-62D4-3416B0843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09A7B4-F71C-13FD-FF31-05D6A583E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C04248-0479-FE55-E8E4-5CBFDE94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D09E74-A52A-BD0D-6E15-D4543BB1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282FFA-CE95-949A-4D9C-0AA210B5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380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F1A88-79C0-75BE-007A-9D727CF8C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6AEAD3-7004-772D-6329-C6BCFA7FA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19E400-D991-556F-FD1B-188219592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952D4B-DD86-1A4E-1541-1AFF59423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723403-2D45-09B7-E9E6-08C46AF8C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7B7932-9A7B-C607-D930-CF510809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F25D24-8FF1-45D8-E1C6-4FBF1095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762E2B-8B67-A502-7E4D-458E5A16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160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93556-3058-7AD0-1603-6A7DB25A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D83C8B-90F5-D697-C88A-7B19D98F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1DA37C-7948-C25D-A145-5A9D07DC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B7E570-8302-8C1D-7798-7FD2A5D1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7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7E2B5A-0241-BD91-9538-81FC3DEE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3530CD-B092-9C23-B9E7-FF490BA6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BDA1D5-94FE-5607-DFBC-81CC5AC4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8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5E86F-E98D-C869-3557-030BB0E4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9B877-0079-9D20-47D4-29B9BAEF7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0375DD-FE0E-C5E6-D084-B29E64BAE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E13709-21D9-8CDF-9250-2527A6CD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DB1283-D725-49FB-BBCE-FAD3CD66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3DCE5E-1D37-5352-69A0-E5E7E188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439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DA0C4-5110-E055-7443-B8B3E726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2D4021-42CB-C9A0-7CBF-940A81040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E0EAE-0B67-D0CA-1D6B-247E14BA7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FC2C86-B050-61AB-775A-BEAD6E58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C2FA70-8138-BE92-A0EC-73DE89AC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527128-461A-7EF7-8878-88065ABD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2313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CF743-6211-CC79-90CD-0E627A36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EDC469-7356-B4E5-2BA2-65E2D7F7B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DA812-6F75-7694-17C5-C26E38FA9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F6EC9C-266F-D133-EF04-0DE9D1E8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8E4EDB-7448-EAEC-569F-7AEB12EB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0551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987816-3ACC-2AF5-B126-B5C2571B8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19D8FC-D1A3-E1C5-32AF-4F7BF8675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52BEB-ABD2-2C12-C5DF-C1B221C1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232D05-DE34-6A51-9263-F9A80B13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838768-1A55-6841-5F9A-8CDE9BBE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991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8CA5E1-7E9B-C4F3-7AF3-FA754ECE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E9C201-270B-96C1-B96F-7FF265DEC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8A2257-4F70-2A17-6D7D-2AB1DCA73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E2EE6-466C-0347-AC53-3BEDBD82FCC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94AC2-52DE-1B39-7391-042CCC50A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55185-5C6B-CDFF-34B6-1C233E022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D7645-5D7A-2C4B-85E9-0E014597BD3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684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04E23277-2324-BD6F-5BA1-16B1AB13BFAE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59DB555D-A9F4-60CA-7190-75BB68A167B2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E2BDCC00-D702-9F16-6F6B-000D14D60E4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90750"/>
            <a:ext cx="952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9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556A3892-998A-223B-7E87-654B981CD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33940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3280845983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87375525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587762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81725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75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2026-09-08T13:31:47Z</dcterms:created>
  <dcterms:modified xsi:type="dcterms:W3CDTF">2026-09-08T13:31:48Z</dcterms:modified>
</cp:coreProperties>
</file>