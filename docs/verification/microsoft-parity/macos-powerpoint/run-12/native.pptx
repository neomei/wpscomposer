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630210-CA0C-A74A-8C63-83C809D3223D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67E17D-9A03-304D-9A2E-ABCE9F6638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2914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Native speaker note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67E17D-9A03-304D-9A2E-ABCE9F6638D4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9149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CFD57D-1AA7-BC6A-2BD5-0FD9EEBB5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B6C117E-C6A5-4D08-9EB6-90C072E033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066B77-F74D-04D6-2517-969106F2C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5134-DF4F-3343-AFBC-6D86533E103F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251D63-885E-2956-5C5E-75F5BC9AB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00A553-7F50-06A4-8232-D991B6F26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18B4-DC64-B343-89E2-67C96AF16C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0846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987218-C42E-53F4-21DF-6B989F925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DFF30C-9602-A588-31EB-F701833FA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9DFF29-6711-1879-B39C-4F69454C0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5134-DF4F-3343-AFBC-6D86533E103F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6132D3-2F28-2826-05A3-651771CA0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923D0E-677B-D482-0F7F-F205B9603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18B4-DC64-B343-89E2-67C96AF16C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7214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6C4E83-E536-AE9E-FCA2-8B4F03B9A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DE1D29-FEE1-A1AD-A2DB-E6EE20169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EB0538-5670-2AA9-4641-0AC8AD601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5134-DF4F-3343-AFBC-6D86533E103F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02F201-3D5D-5A1B-3267-8CFF013FC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FE1D44-A5AF-FA48-FEB6-2EBFF269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18B4-DC64-B343-89E2-67C96AF16C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52491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5779BB-D63C-0F1F-F795-D1BE6A745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DA4DE2-0A24-C88E-6806-D621CE533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440905-4B7F-428C-9400-6E5EF421C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A43C6A-ED66-112B-CA3D-77325BAB1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5134-DF4F-3343-AFBC-6D86533E103F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8BF725-E5A4-A499-EC2D-D7EEAFE2B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2F2253-6875-6F76-45F7-579E75E5B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18B4-DC64-B343-89E2-67C96AF16C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3241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7A9560-7735-FB08-365D-30157EC00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45F4E9-853A-302C-5AFC-87890121E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B1E535-CC4F-7B7F-CCB2-7E89428492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D31F443-984F-2C3C-3A58-8135E53FC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B72E42-914D-8790-CAA6-1F6BBA50B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3AB2E64-3310-31C8-8E85-51668EBF7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5134-DF4F-3343-AFBC-6D86533E103F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A89CEA-7AE8-2B26-1B0B-967D1552C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E9CDD66-94D1-F10B-910A-E0A1AE2F7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18B4-DC64-B343-89E2-67C96AF16C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5494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E9A1B0-D89D-4214-AF71-1FAD3D1E2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372EC03-53F0-8588-9092-885BF189D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5134-DF4F-3343-AFBC-6D86533E103F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EEEB1C5-70DF-BDB7-33CD-FF023A962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A158B92-6782-59CE-4BF9-76FD5E914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18B4-DC64-B343-89E2-67C96AF16C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7706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BFC46E-6AA2-2245-766D-BB2FDADEA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5134-DF4F-3343-AFBC-6D86533E103F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7F81CF1-13D7-EFEF-541A-023D4E697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0A35E9-3316-384B-FB8F-839476028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18B4-DC64-B343-89E2-67C96AF16C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3987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475230-C634-4331-C7EF-36D7BDC9C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5C93F6-CAF2-865E-A378-433D6AC7E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BA8C32-E859-A5F2-DFB9-2A4C06067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835E6F-458A-3BA4-B8C9-095C55DFC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5134-DF4F-3343-AFBC-6D86533E103F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A5CE5C-77C6-24F4-B87D-6D54C009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3F1D3E-7C23-B607-9D43-D28CEC0B4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18B4-DC64-B343-89E2-67C96AF16C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01113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9AACC8-2023-F40C-C715-9D64A60EA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31CD74E-DFFB-6DD2-F7A3-0AC0EDF179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29C9B9-0126-1AE0-9AD3-6D2495E07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B114A9-1F00-ED22-26D0-DB8EB1796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5134-DF4F-3343-AFBC-6D86533E103F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AB9974-B1F9-7733-1EBB-8A533F9B3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EF7215-3C72-88AA-8930-1F0C9EBC3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18B4-DC64-B343-89E2-67C96AF16C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54361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E4C493-1CC2-E05F-9EAF-99BFFC6E4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D0ED2C-0D8D-9FD1-225D-AFED90EB2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10D805-B2AB-7909-8B97-B45517EFB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5134-DF4F-3343-AFBC-6D86533E103F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004064-C850-4FEA-D440-093675A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F774D2-C371-1702-D5AE-2FB76FA4C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18B4-DC64-B343-89E2-67C96AF16C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10128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2CCBB27-C3B7-DE28-71CD-3B91C8E5F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DF2776-D86F-529E-55BA-93B32EBC43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848FE7-2EBB-16FE-1673-42C3969ED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5134-DF4F-3343-AFBC-6D86533E103F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B797C4-7170-EAF9-D87E-454EA6EA3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616174-63EE-B16F-5D43-E9159DC5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18B4-DC64-B343-89E2-67C96AF16C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535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B7EB95F-DD75-55B0-1756-FE499D9D0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C56F4B-E88F-6337-4D19-528C1EC19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AF2FE5-85D9-460F-B156-82C2E2C3A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D5134-DF4F-3343-AFBC-6D86533E103F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89D605-87A7-C9A3-D8B0-AD4342574E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9382F8-AF3A-BF17-1531-1A3CD48527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518B4-DC64-B343-89E2-67C96AF16C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2371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ity-title">
            <a:extLst>
              <a:ext uri="{FF2B5EF4-FFF2-40B4-BE49-F238E27FC236}">
                <a16:creationId xmlns:a16="http://schemas.microsoft.com/office/drawing/2014/main" id="{AB6313C7-230E-3EA3-19C9-1145BB4388C8}"/>
              </a:ext>
            </a:extLst>
          </p:cNvPr>
          <p:cNvSpPr txBox="1"/>
          <p:nvPr/>
        </p:nvSpPr>
        <p:spPr>
          <a:xfrm>
            <a:off x="381000" y="1238250"/>
            <a:ext cx="53340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 sz="2100" b="1"/>
              <a:t>Native editable PowerPoint</a:t>
            </a:r>
            <a:endParaRPr kumimoji="1" lang="zh-CN" altLang="en-US" sz="2100" b="1"/>
          </a:p>
        </p:txBody>
      </p:sp>
      <p:sp>
        <p:nvSpPr>
          <p:cNvPr id="3" name="parity-shape">
            <a:extLst>
              <a:ext uri="{FF2B5EF4-FFF2-40B4-BE49-F238E27FC236}">
                <a16:creationId xmlns:a16="http://schemas.microsoft.com/office/drawing/2014/main" id="{DAE8D024-7239-8431-D82C-C8076EED5DC6}"/>
              </a:ext>
            </a:extLst>
          </p:cNvPr>
          <p:cNvSpPr/>
          <p:nvPr/>
        </p:nvSpPr>
        <p:spPr>
          <a:xfrm>
            <a:off x="762000" y="2190750"/>
            <a:ext cx="1905000" cy="857250"/>
          </a:xfrm>
          <a:prstGeom prst="rect">
            <a:avLst/>
          </a:prstGeom>
          <a:solidFill>
            <a:srgbClr val="206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1350"/>
          </a:p>
        </p:txBody>
      </p:sp>
      <p:pic>
        <p:nvPicPr>
          <p:cNvPr id="5" name="parity-image">
            <a:extLst>
              <a:ext uri="{FF2B5EF4-FFF2-40B4-BE49-F238E27FC236}">
                <a16:creationId xmlns:a16="http://schemas.microsoft.com/office/drawing/2014/main" id="{08D1589F-B5DF-EACC-D018-C8F9A0C1550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190750"/>
            <a:ext cx="95250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291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arity-table">
            <a:extLst>
              <a:ext uri="{FF2B5EF4-FFF2-40B4-BE49-F238E27FC236}">
                <a16:creationId xmlns:a16="http://schemas.microsoft.com/office/drawing/2014/main" id="{8281D837-68F2-3DA5-A3AF-F63A77895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417094"/>
              </p:ext>
            </p:extLst>
          </p:nvPr>
        </p:nvGraphicFramePr>
        <p:xfrm>
          <a:off x="381000" y="1809750"/>
          <a:ext cx="47625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50">
                  <a:extLst>
                    <a:ext uri="{9D8B030D-6E8A-4147-A177-3AD203B41FA5}">
                      <a16:colId xmlns:a16="http://schemas.microsoft.com/office/drawing/2014/main" val="128827041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119674428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" altLang="zh-CN" sz="1400"/>
                        <a:t>Native table</a:t>
                      </a:r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0778795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42</a:t>
                      </a:r>
                      <a:endParaRPr lang="zh-CN" alt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97244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7069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Macintosh PowerPoint</Application>
  <PresentationFormat>自定义</PresentationFormat>
  <Paragraphs>5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1</cp:revision>
  <dcterms:created xsi:type="dcterms:W3CDTF">2026-09-08T13:32:53Z</dcterms:created>
  <dcterms:modified xsi:type="dcterms:W3CDTF">2026-09-08T13:32:54Z</dcterms:modified>
</cp:coreProperties>
</file>