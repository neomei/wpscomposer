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BCD5C-DD13-0F4F-A06E-29B66769CB3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695EF-BC45-9045-A56C-796DC4CBA9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345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695EF-BC45-9045-A56C-796DC4CBA9D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930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9E372-4FD7-D2F8-DE8D-D9C87C66E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EF38C9-EDE8-1C39-A3F8-5F003CAF4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32661-70AA-E451-4CC7-6788B80E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6C7433-4861-8C7E-0E05-D20F1549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3AD48-B34A-3291-225A-ABDE9052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118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7191A-FE4C-AE20-9C79-50CB8003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66FEA-B375-0FF9-783B-95742BFC7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2AF24-D876-D993-A82E-58999088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050003-2625-5BC0-BAF7-12B63489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016E6E-BDAC-3CD4-69D6-C1A461AA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782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5B047-F051-692A-EA64-11022063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6B0053-9AAF-E4AB-AEE7-9733F92E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240A89-97CC-533E-AF7C-3C38DA62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56CEED-51ED-803A-2FBE-61636635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4B150-8A1B-F576-D34A-6E9B4F0D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20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E1BF8-E841-E311-7482-76BBEA0F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2DA51-046E-1620-7B06-5206221E2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1C984A-797C-1C9C-DFFF-90FAF54E5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CC8A48-1111-9AF6-27CF-1FB8B03C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9BFB22-8572-2A2F-1AD3-629045D0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886E42-F6A4-1D5F-916E-A1E3D4E0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60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CC44B-9449-19BA-7F1A-20E43307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7E8940-D255-C2C2-997F-83008F95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228EE7-A650-1C26-1A96-E0F5B3484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84DE9-F68A-2A1C-F80C-157D6F88C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66223E-2970-B97B-DDAC-554E792E0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094AF8-1078-B0F3-3CDB-C5AEF2D0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44F7FD-79F2-6C58-603E-03D050A85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B7F3D4-03B5-6AF8-44BB-F69D7346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574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E7A71-7306-DF29-30F7-871FAEC6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9F689-4FE5-D4DE-D5A7-08853A7B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317E10-BFE8-8180-C494-E77BB74E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A4EAFE-9A96-4425-0240-640927EB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395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CC16F0-C4B0-BA4A-06A4-4AA18896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54D1EE-0F1C-4926-72A0-DFE1AF3E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C5FDD1-DCC6-29E0-41D3-2DBA20AF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173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202AE-A009-23F2-1EC4-A6F4F327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D4B22-FD35-7C29-7076-92BD12B51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B92C3E-3782-DB35-487E-8E4446CAE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E250FD-DAE8-4190-BC1D-5D6D8B94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6C38EC-E2BB-8E7C-29D9-96F96844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9DF028-F5C8-9C27-AF51-055D8DDB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262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DE8A4-6D29-2364-4771-B7328849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35B9C8-3210-3679-5BC4-973621899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96AEBE-B608-80DB-1E9C-85DE2993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E53CC9-23B3-DA11-1162-D8DE6165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B90B3F-C932-BA2F-65E9-3E9B1D4D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5B458D-5A33-22B0-0393-9126B4D8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759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21542-FE64-8674-0B80-646D9984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64FF7F-50B1-E41A-9D14-612AB3A06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2ED917-F9E7-B123-D3E3-2898076F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A533A7-3E5E-B9B2-6506-FA0BC570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BD2175-402A-FBEB-FD07-BB4A0D0A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0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79FF03-F3A0-8982-9731-84D34FE92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1EECE3-8608-1DFD-3887-783F79783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D8F44-E62D-4B2C-0D8B-D28F7400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AF0A9-ED36-5674-9306-E150D3431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05F41-733F-0DC9-71D9-118157F9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27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F2753B-3C9A-58C2-0C74-29DDAA34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568388-F811-6268-DE64-CE28FBF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BD040-59DC-6F79-AD23-3D241F516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9A905-598D-204D-9557-F55F955D421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B7925C-8C06-D716-D9DD-159560A94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6C120-8477-BCBA-5F02-270F42D0F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03F8B-85CF-EA42-A99F-74B5BAD71C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537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B252F315-2BC5-2119-5BCD-2F9AB0458167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3D0210A7-9BEA-580D-8C32-24D9B6423EE4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2E389518-1481-7377-D492-E2D731DDF2E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7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3127B850-D93B-31F5-2765-BA808BAD0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41597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62984201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6075674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7295014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6370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55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2026-09-08T13:33:28Z</dcterms:created>
  <dcterms:modified xsi:type="dcterms:W3CDTF">2026-09-08T13:33:29Z</dcterms:modified>
</cp:coreProperties>
</file>