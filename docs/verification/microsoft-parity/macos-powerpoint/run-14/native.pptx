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5875D-2B51-E14E-A301-9B3863692455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526EF-D51B-DA45-B15A-6096763CC1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0393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1526EF-D51B-DA45-B15A-6096763CC1D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9999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4BB0F-F7F7-E1DB-0287-032C0E03D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0ED434-4429-4162-6028-75A729AEA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108456-756F-7098-E287-579DFFBC9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536-2EED-034C-B5CF-6CE7DFA89E0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38D6BC-70EB-2633-619A-3AC27546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A60523-C0ED-0460-AD38-A12E4123E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6C91-487B-7F4D-A10B-15B411D548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1194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BA902-7DC9-970B-8A0D-870D7435F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65FDDD-CC0D-79B2-40C8-4847DD703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0A9B6D-5582-9041-71EB-1F1AB6C85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536-2EED-034C-B5CF-6CE7DFA89E0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155670-7635-4427-D5E8-249ACA5F5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294E2A-4472-6B9E-C91C-1123A7F6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6C91-487B-7F4D-A10B-15B411D548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2621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EAA8A-BFA3-5986-0AED-0F17B18A1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EDE8B3-A7D1-CD88-2AFA-076F71087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6304D1-5285-9571-F0C4-F4FF06067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536-2EED-034C-B5CF-6CE7DFA89E0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35511-109E-7D8B-1217-4F4016219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5F840A-CCA2-8E0A-353C-9A210704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6C91-487B-7F4D-A10B-15B411D548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6198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12750E-2368-880D-BCEE-68DFA6F67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909F1-36B9-49DE-A2D9-8651AD0E0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B840C7-4B4E-48F0-AC63-32CA559B2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65356A-8F4A-FBE7-A760-8ECEA9402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536-2EED-034C-B5CF-6CE7DFA89E0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400BCD-6BF7-4EF2-45A9-EA831930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C5F5E9-7919-A93D-9123-4B0F6CB1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6C91-487B-7F4D-A10B-15B411D548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799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D7B2A4-BC39-6113-3992-B7FBBADD1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19A15A-B943-9569-1894-131705FF7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96AA54-29D2-0D10-7CF3-B1E624880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67D6742-AA86-694F-FE2F-92D10D905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B63D36-0C05-9853-B7CF-5CD734B42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2A7F06C-8C0D-B038-FD55-919576C14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536-2EED-034C-B5CF-6CE7DFA89E0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FE8178-C611-013C-E9A9-7A29F195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79AFBBF-92E3-48CA-1D0B-2414D2BD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6C91-487B-7F4D-A10B-15B411D548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804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9AA4FF-74AF-C7C5-60BF-C28FEA80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C4DAE8C-C56D-A367-485D-5EE7B1E3C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536-2EED-034C-B5CF-6CE7DFA89E0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7CD576A-9DC5-256B-4F4E-DB04B9A42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809C3C-BAD7-C1C5-AD03-98603F248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6C91-487B-7F4D-A10B-15B411D548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9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72F56B-CEC5-D0B5-2BC8-86D2EB374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536-2EED-034C-B5CF-6CE7DFA89E0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B9F072-6FAE-6FED-3445-675E0CF8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E74C11-5E19-3429-A85E-FEC9D9528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6C91-487B-7F4D-A10B-15B411D548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3662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FBE516-F377-319F-E51C-5585DD411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FE4E74-D7F7-AE3C-0967-005DB7980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91F431-44DD-5563-111D-1A02F9D53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1D7BBC-040F-115C-4C23-A7B2E675B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536-2EED-034C-B5CF-6CE7DFA89E0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0F0300-1F48-336D-8123-4BFD78FF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06B271-6C54-75E1-60C3-B3E7AE798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6C91-487B-7F4D-A10B-15B411D548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6940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3B79C-0B50-F00C-4646-89F6C48C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20FEC4C-CFEC-96B5-F410-2753952A97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C4A22B-77FD-7CA2-24B3-4C27924A6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FD793F-E1B0-54A2-1AAF-920878E34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536-2EED-034C-B5CF-6CE7DFA89E0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EA3FBB-34CB-8EE2-5EFC-AD4FA9048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A79B1E-0F41-EAAB-5644-E78D3B9A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6C91-487B-7F4D-A10B-15B411D548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9247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122B4-EAFE-D047-8ACB-F0490AA71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537B92-1D55-F19D-5F8E-9A64B516C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8CEEB4-E3A8-52D9-2CBA-C363EDDD5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536-2EED-034C-B5CF-6CE7DFA89E0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9456AB-DDFA-58F2-6B5C-3C0A3F82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269BE1-EAE8-B054-50D9-B03B630B6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6C91-487B-7F4D-A10B-15B411D548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9553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D09E59-E264-DA59-0C88-43B0205B3C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ACD749-5324-D0C2-1C27-1070A521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B62AE6-1454-1857-D415-5058CDF59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536-2EED-034C-B5CF-6CE7DFA89E0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748E3A-7842-AA4E-0893-FE461AD3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8BD3AD-3E2D-535D-2B1D-A0C90267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6C91-487B-7F4D-A10B-15B411D548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61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8D0EFA-D551-E83F-2A3D-B65A4146B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2EBA28-8A1E-337E-504C-F5BE34123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C885C9-4B30-3404-CC17-4106117A10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52536-2EED-034C-B5CF-6CE7DFA89E0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0F63D9-BDE7-F2CB-4683-2860E7143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0F1EA8-91CB-1BD5-7E20-C83C6FD76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86C91-487B-7F4D-A10B-15B411D548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8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6E898A88-0729-2273-3265-6797A32232C2}"/>
              </a:ext>
            </a:extLst>
          </p:cNvPr>
          <p:cNvSpPr txBox="1"/>
          <p:nvPr/>
        </p:nvSpPr>
        <p:spPr>
          <a:xfrm>
            <a:off x="381000" y="123825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100" b="1"/>
              <a:t>Native editable PowerPoint</a:t>
            </a:r>
            <a:endParaRPr kumimoji="1" lang="zh-CN" altLang="en-US" sz="21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75E289E0-18FD-5F60-EF79-76D3D442F6AA}"/>
              </a:ext>
            </a:extLst>
          </p:cNvPr>
          <p:cNvSpPr/>
          <p:nvPr/>
        </p:nvSpPr>
        <p:spPr>
          <a:xfrm>
            <a:off x="762000" y="2190750"/>
            <a:ext cx="1905000" cy="85725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1350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B5D8CE42-05AC-9EB5-4E77-94D1EE69738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190750"/>
            <a:ext cx="95250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20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568A252E-AF66-0AA1-6FB9-D3B1E7978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215110"/>
              </p:ext>
            </p:extLst>
          </p:nvPr>
        </p:nvGraphicFramePr>
        <p:xfrm>
          <a:off x="381000" y="1809750"/>
          <a:ext cx="47625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26663787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3118217610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" altLang="zh-CN" sz="1400"/>
                        <a:t>Native table</a:t>
                      </a:r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4311288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42</a:t>
                      </a:r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13490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526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Macintosh PowerPoint</Application>
  <PresentationFormat>自定义</PresentationFormat>
  <Paragraphs>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2026-09-08T13:34:11Z</dcterms:created>
  <dcterms:modified xsi:type="dcterms:W3CDTF">2026-09-08T13:34:12Z</dcterms:modified>
</cp:coreProperties>
</file>