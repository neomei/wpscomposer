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146483-08BB-964E-A27F-8EF5D4E1FBB5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A231F6-2C5E-E744-8F45-2FF798638BA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526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A231F6-2C5E-E744-8F45-2FF798638BA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2553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D44F6C-72BD-377A-4525-387CF6358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375537-A22B-ADE6-4B34-3D98E250D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06C2E-EC96-AFC5-9D69-70BAA4071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6B3ABC-2CB1-1D2D-29BE-6926AB81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548B43-7239-3E2F-33A7-93CA557F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6334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391BE9-5550-E31D-675A-9B7615947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0DFE3-9EE6-DEC4-F771-26C55CDD1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88F903-E355-5FF6-6559-811D25612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7E7CA-98AA-ED55-E7FF-D5DCB63DB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06EE9E-BB45-9B4F-D41C-7C2F43A23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6673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F24E76-77A3-8F76-C36F-778EBF644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012DBF-8377-A217-EF70-3B0606A76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1036BE-E726-6FBC-16D0-1C31A33C1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9ADF87-BCF1-C345-163A-3AA75304A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A8EF31-DCB7-4B94-54E8-A9AAC3A9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8707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A1F0E-0BD4-95C5-AD54-B488CA129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B504CF1-50A4-CFED-4B43-B136E52032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0035FB-3FBB-0025-3222-43C3CDDF9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747A1C-C4E5-920A-A097-676D6420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0E260F-BD1D-B97A-9AEF-0E7B96C19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B189C8-CEF4-0C9E-3718-410E64E52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5346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42E996-232F-9BDD-5A20-A82B0EC22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0F0B6E-9732-F803-CCE2-EA4C849AD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B1AED0-10AF-8BCF-34B8-9E1E77162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1713F36-C93F-3D06-3AA1-958D43E72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44E105-7462-F128-C4ED-2FD8B0A9D1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79D71C1-CD68-7923-BA03-EA23D110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4456B0F-4A74-FDB4-43FE-5C2B2731B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D3DD6B6-6E32-534E-D788-38803557C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621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60C7B-A592-DBA9-4441-355908331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028C21-E984-AE4F-1209-AE65DC48B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F450A5D-3573-B907-CC49-1C21C123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1FFFC4-3EC4-28AF-5129-F86F1451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054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4D81F5-D10E-A5B2-DD2A-6AB6F1B5E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4EB83E8-4B83-CAE6-41DC-85D43DBC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BE974E-07CF-A26D-6F42-CF45DE269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504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32A45-B6B9-FC6D-042A-BD531B28D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4D0ABD-BDC9-2260-70BC-696BF1E1D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18BF8C-876B-E4BA-EE00-0565C5522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5BB4054-1422-0545-3185-54A222795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15532E-F1EB-6818-4642-DE85DCBE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FC436A-AC36-4886-E760-57BB103E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6221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EC9F3E-C4F8-CB3E-FFD1-AEE904922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034BE3A-60B2-3F00-51CF-7FFF1FDDA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04E30E-75E5-0428-726D-320B625A4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0B2C93-79D9-1518-F345-3001F205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AD7E30-CA49-0D24-5286-3245CB35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D25A9EC-A1F1-855C-4BA4-9AC4CAEB6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702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606FA-5B90-02DB-67CF-46C4E876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FF7D75-FE68-0BD8-EBDE-1903F2692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F62E385-1F15-2675-B6EC-90C3BE95E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E76E60-5785-1010-5D0D-CBC9AC633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499D63-28A5-DCC1-7162-3039836A1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60525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47B73B5-04B4-0B7E-1992-03CF15D393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08E16C2-DCCA-8140-ADA0-96AC90693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DB7C1C-BD6E-5095-2C30-2EC79B012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D1109D-BD22-EB66-3E03-E104CBBD3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A24F73-780C-353E-3F0B-5E6CC63B5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18359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D89C2E-FF52-BB60-CC0F-08BDB01E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2A50DA8-1BF0-F4AA-5BB4-0FA61B6635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42A681-7F2B-EF61-020D-D8706DFC8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710AD-956F-D948-B4AA-F3BDF47BFFD1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A909B8-681B-FD5B-32E0-5AC4CDC957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CD4305-0F94-0127-DB3A-58CD7A9F07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FE966-01B4-984F-9181-0F45D506FF7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46236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825E7BCF-F9F6-C9B7-4047-29A8C580D3BA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E4489D6F-A667-FC3B-3830-5B282128F737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7EE73EA0-87B8-6A1F-93EE-B7968B25D2B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90750"/>
            <a:ext cx="952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06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A6F21652-CBB2-687B-E8B5-7C9693495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921465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3027532488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4253783809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69901398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47389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693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2026-09-08T13:34:50Z</dcterms:created>
  <dcterms:modified xsi:type="dcterms:W3CDTF">2026-09-08T13:34:51Z</dcterms:modified>
</cp:coreProperties>
</file>