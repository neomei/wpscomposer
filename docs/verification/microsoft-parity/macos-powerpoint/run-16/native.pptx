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>
      <p:cViewPr varScale="1">
        <p:scale>
          <a:sx n="121" d="100"/>
          <a:sy n="121" d="100"/>
        </p:scale>
        <p:origin x="19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9D70ED-F95D-1746-82AF-3A81709BC662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694AC1-B92B-CB44-BF26-BA5AB18E1DB7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1071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371600" y="1143000"/>
            <a:ext cx="41148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Native speaker note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4694AC1-B92B-CB44-BF26-BA5AB18E1DB7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312493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24A384-95A2-3817-CC87-1048418C0B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412A15B-FD4D-4B95-CCD9-DC6C1BC0AD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F4D190F-8B25-E59F-1993-C068BF3B6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4B7DF2-C701-BD92-439C-C7140DC9E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AC96661-8C92-1710-73E3-2A6C40148F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188594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CAEC60-6A2D-AAD3-8807-024F28159D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06113DD-6983-C243-041C-EB7A444E5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4E6D8B2-4707-5E30-38FF-1B26B2481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806A781-C400-5CCE-B58A-FF6025283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39AEBAB-B159-8EF8-6300-611AD53CA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3001027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9120AE-8F85-059A-0653-6342253A9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7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92888C1-E15D-0B3C-1505-C8FEF77F2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7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6806B7B-2AD1-2F88-B599-C611E187F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5066D09-7935-884E-5022-5691FD2223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ED03FCC-3A86-E7F8-1168-061C48B799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53988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453E661-C990-7D69-B40E-C497F12345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5C043A3-AE62-ED77-AFB5-3DEA5701BB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1F50EDB-D80A-B108-37DB-C0837B933E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260441E-1010-E2D1-8FEA-D6504A5B6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5A87D2A-6254-0467-2D26-9A60E5A17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CD1B1EF-71CE-9C6B-BCBE-ED2D3BE99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93863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3C57FAD-5A1E-FD8E-D9A7-4885681C3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499BA83-958B-4CFF-CFA3-FA04266A62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DE2F324-5A8F-470E-558A-03B5A84967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F6DF232F-9E45-30F2-BAAD-022EDF2DB8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D30558F-D1A1-94DF-D01A-304F638DE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B0C1C88-9DD8-E42C-2978-BAF8D3D39C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1451BC0-493C-F7CF-912A-93C818BE32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4AD413F-4168-9E97-FBD5-43C9C4E43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289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35CA62-B1FD-2DA3-3A04-248B3299F1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B43DF9B-0E74-6394-B099-EBA136495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BB7BFE3-B1C3-FD57-B590-CABFC82FF2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CF80BFB-A765-BD6F-E2BE-A54CD38E4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388810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EEFC3D4-B7CE-19AA-8837-5CBF914DF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AB00C48-98BE-12BE-96A6-E995E78C89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A26355-2BE5-7172-247C-581A73F24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2355480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7CE0E6-BFA5-925D-6C7E-8F8EA2931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AE3879-40FD-4BCE-2444-066DAAED3C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F288B68-31B2-1602-89C9-223AEE45D0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9680DD-5920-5A7B-EF1F-33BD5B758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EE4242-D40B-603B-7A03-109D9B378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E5DB712-2542-D395-723A-FFC8631D6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801733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63D3497-B6FB-3404-3DB7-A58EC768B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A603321-0DC5-E63F-20D5-39FF7055153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43AB051-7BBA-00E9-3932-1904E816AD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3B2A6D4-3FDB-306C-8BC5-67A63BAF3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620822F-1702-7FB1-AF28-8465D3A084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52A4C49-0A9D-FB46-915E-904037CCF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672544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B27BF6-3C62-EA34-7C3E-10B05AADD4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DC4326E-55A1-02BE-F0D3-E1E9B4EB47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48B3CC5-AF29-8C03-9F95-28E750A5B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C3933C-7072-CB44-3CA6-9D09936E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BA660A7-9686-4863-7D9B-D554D4D08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1089076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64E087A8-B583-8BD8-EF3D-DDA93BD9BB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63A3A09-7082-AC4D-6E40-C54C7396EF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DCB358C-92A0-94F2-CCF8-B509CF498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8D9553-5ADA-3F2A-9D81-16A7BAFE1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9A1429-2A13-4626-B609-FF738F466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157008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84792CFA-0C8A-1B53-2C67-8A3E152D5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6205ACE-A69C-4AC7-CA38-F5884E7A97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7BF622-1C89-3209-C3DC-4EBAE841EC9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4C49FE-74DE-2B46-A45A-1734E12F2FC8}" type="datetimeFigureOut">
              <a:rPr kumimoji="1" lang="zh-CN" altLang="en-US" smtClean="0"/>
              <a:t>2026/9/8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E03DACA-141D-9DA0-70CB-C0BB20AD7A0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B300A8-2DAD-DBF9-AEB9-F2A35F130C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012AEB-623C-9F48-9DAA-9E99E5BFEF9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70642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rity-title">
            <a:extLst>
              <a:ext uri="{FF2B5EF4-FFF2-40B4-BE49-F238E27FC236}">
                <a16:creationId xmlns:a16="http://schemas.microsoft.com/office/drawing/2014/main" id="{D1D123BF-7630-51AF-70DE-4B0DAFDBB3A5}"/>
              </a:ext>
            </a:extLst>
          </p:cNvPr>
          <p:cNvSpPr txBox="1"/>
          <p:nvPr/>
        </p:nvSpPr>
        <p:spPr>
          <a:xfrm>
            <a:off x="381000" y="1238250"/>
            <a:ext cx="5334000" cy="4154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" altLang="zh-CN" sz="2100" b="1"/>
              <a:t>Native editable PowerPoint</a:t>
            </a:r>
            <a:endParaRPr kumimoji="1" lang="zh-CN" altLang="en-US" sz="2100" b="1"/>
          </a:p>
        </p:txBody>
      </p:sp>
      <p:sp>
        <p:nvSpPr>
          <p:cNvPr id="3" name="parity-shape">
            <a:extLst>
              <a:ext uri="{FF2B5EF4-FFF2-40B4-BE49-F238E27FC236}">
                <a16:creationId xmlns:a16="http://schemas.microsoft.com/office/drawing/2014/main" id="{9FA3AAF0-018A-BC5F-E149-1A4735F9AD3E}"/>
              </a:ext>
            </a:extLst>
          </p:cNvPr>
          <p:cNvSpPr/>
          <p:nvPr/>
        </p:nvSpPr>
        <p:spPr>
          <a:xfrm>
            <a:off x="762000" y="2190750"/>
            <a:ext cx="1905000" cy="857250"/>
          </a:xfrm>
          <a:prstGeom prst="rect">
            <a:avLst/>
          </a:prstGeom>
          <a:solidFill>
            <a:srgbClr val="2060A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kumimoji="1" lang="zh-CN" altLang="en-US" sz="1350"/>
          </a:p>
        </p:txBody>
      </p:sp>
      <p:pic>
        <p:nvPicPr>
          <p:cNvPr id="5" name="parity-image">
            <a:extLst>
              <a:ext uri="{FF2B5EF4-FFF2-40B4-BE49-F238E27FC236}">
                <a16:creationId xmlns:a16="http://schemas.microsoft.com/office/drawing/2014/main" id="{F45D6BA3-35F1-A5A4-2FD5-4CDE3452EBF8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67000" y="2190750"/>
            <a:ext cx="952500" cy="857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68078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parity-table">
            <a:extLst>
              <a:ext uri="{FF2B5EF4-FFF2-40B4-BE49-F238E27FC236}">
                <a16:creationId xmlns:a16="http://schemas.microsoft.com/office/drawing/2014/main" id="{3FBD2408-236F-0176-1247-405C226228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8569823"/>
              </p:ext>
            </p:extLst>
          </p:nvPr>
        </p:nvGraphicFramePr>
        <p:xfrm>
          <a:off x="381000" y="1809750"/>
          <a:ext cx="4762500" cy="1143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81250">
                  <a:extLst>
                    <a:ext uri="{9D8B030D-6E8A-4147-A177-3AD203B41FA5}">
                      <a16:colId xmlns:a16="http://schemas.microsoft.com/office/drawing/2014/main" val="1200597559"/>
                    </a:ext>
                  </a:extLst>
                </a:gridCol>
                <a:gridCol w="2381250">
                  <a:extLst>
                    <a:ext uri="{9D8B030D-6E8A-4147-A177-3AD203B41FA5}">
                      <a16:colId xmlns:a16="http://schemas.microsoft.com/office/drawing/2014/main" val="218126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" altLang="zh-CN" sz="1400"/>
                        <a:t>Native table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106862519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 marL="68580" marR="68580" marT="34290" marB="34290"/>
                </a:tc>
                <a:tc>
                  <a:txBody>
                    <a:bodyPr/>
                    <a:lstStyle/>
                    <a:p>
                      <a:r>
                        <a:rPr lang="en-US" altLang="zh-CN" sz="1400"/>
                        <a:t>42</a:t>
                      </a:r>
                      <a:endParaRPr lang="zh-CN" altLang="en-US" sz="1400"/>
                    </a:p>
                  </a:txBody>
                  <a:tcPr marL="68580" marR="68580" marT="34290" marB="34290"/>
                </a:tc>
                <a:extLst>
                  <a:ext uri="{0D108BD9-81ED-4DB2-BD59-A6C34878D82A}">
                    <a16:rowId xmlns:a16="http://schemas.microsoft.com/office/drawing/2014/main" val="41629479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1246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</Words>
  <Application>Microsoft Macintosh PowerPoint</Application>
  <PresentationFormat>自定义</PresentationFormat>
  <Paragraphs>5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Neo Mei</dc:creator>
  <cp:lastModifiedBy>Neo Mei</cp:lastModifiedBy>
  <cp:revision>1</cp:revision>
  <dcterms:created xsi:type="dcterms:W3CDTF">2026-09-08T13:38:30Z</dcterms:created>
  <dcterms:modified xsi:type="dcterms:W3CDTF">2026-09-08T13:38:31Z</dcterms:modified>
</cp:coreProperties>
</file>