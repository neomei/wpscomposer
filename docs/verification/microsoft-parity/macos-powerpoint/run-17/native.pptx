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37B49-712A-7B4C-BFA7-2AE2B60D5FF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016BD-41FB-B34F-AB4D-5B5E91513BC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9338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16BD-41FB-B34F-AB4D-5B5E91513BC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8614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D4C8E-AEEB-E70F-BD57-81CFB8717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10856C-C37F-B71C-952D-CA08B2D7D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F48A9F-1A51-87EA-8B37-A3BAAE40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E66B2D-7E46-17F5-E959-806732A4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06D2D-FD36-336F-D1CF-48BCA167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701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AB6FB-A284-67CC-717B-84C57407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F768C0-D0E5-87E2-84A1-F27F5B330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A506D-E694-E06A-2275-58F2CA04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03D49-4BB2-432D-CEBA-8085DF75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0023B-C4D4-54AB-2DF5-669369A0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005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42719-8E56-51F1-2694-6DB43E36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87D5B-F912-0906-5806-6808843E4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2C471-FC1D-A97F-4C56-5D336385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175EA5-1F99-577A-C31B-D1B02C6E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45F57B-4E08-29A8-9733-32CC1568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384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78178-047C-370B-B768-5CC763BDE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A37E5E-FA03-6CF9-86B7-7F58DCC04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F62F00-10BD-E4AA-AFC9-9B77651E5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450DB1-45E4-FE78-629F-30BD648D9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1EE188-8216-CA01-DCAA-00220CDC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78C5BC-BBF9-805E-BC2C-5BC4C2F8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436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70408-09CA-7967-E6A0-52597B71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74BF69-FDD7-1B5C-16E2-6944DD4E9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B987DD-D298-D404-AF91-3A77ECCD0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C9595A-42A8-EB72-3C8C-591F60754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683488-D12E-3CBE-F64E-F1B202FFF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D6D438-B29B-9E62-07F0-230FA123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54E259-0B3F-59B9-1E55-54A5B914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52D459-C28E-9255-820C-DC95455CD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790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CD179-8E30-91CD-176F-9047B216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B9D074-3159-ABF4-E92B-FA2ECDA0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2C665B-F392-B850-E6EC-B1FF4976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EFF653-063D-D48D-9D95-0CE13EA5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523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1CA2BE-1BE6-91E7-C3C8-E2A8B10C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63ACC5-B42B-737B-E46A-5C90CD26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2FF394-EEFC-0A81-18FC-CFA95E35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1830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618F5-C617-993C-C469-BB4422B03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C34656-2A96-4BA1-AA25-57A56C07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E6B997-4359-0FB1-F3F4-A1A9705F6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014F68-F30B-2E89-B6AF-45380A247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5179F5-1682-F47F-2E7F-85E99D86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1991CC-C3AE-ABBB-AC9D-9DFEF795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663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24462-6836-079D-F011-56711541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AD7732-F644-C545-886C-4892DC936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DE11E8-35A5-CA33-96C8-86889F06D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899A54-59D4-FA66-EB2A-C184D929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F8823D-2757-1697-10D1-8189E129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0B8E28-5D4F-E78C-80C6-66FB265A6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290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E636C-F722-AA8C-4492-B4FA3303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42B267-6434-056A-547C-85D814AFC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4464C0-0F98-DA38-F4AB-54B16DA7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386CA2-7D62-EB71-1608-CDFBD10D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05F2A-5F27-0658-90C5-496B8DD8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05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06F533-AA72-280B-F2E6-D1108F29E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F94C2E-947E-9621-721B-0E90F0270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8A7CEE-145E-C6FE-B9E6-1B4BBF291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42C182-6338-6DD6-7643-09E94EA0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A42419-FBE1-8433-3519-1DBCF7D9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53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E3A68D-5C75-4F72-70FD-C8431BF2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952CA7-D16A-3502-F22D-9A2D7C4CF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97860F-E6A1-9E5B-083D-6FD810EA27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0E9FA-01ED-1947-8FB9-151E5B3BA0AA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B8866-5BC0-9A53-7A30-03821C488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1C4ACA-FB24-A189-B9F5-A074D9D0D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E3BB8-2B79-C642-B31A-ED483AD5FA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4891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945E0CAB-1A8C-FADA-6D25-A16ECBBE92DE}"/>
              </a:ext>
            </a:extLst>
          </p:cNvPr>
          <p:cNvSpPr txBox="1"/>
          <p:nvPr/>
        </p:nvSpPr>
        <p:spPr>
          <a:xfrm>
            <a:off x="381000" y="123825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100" b="1"/>
              <a:t>Native editable PowerPoint</a:t>
            </a:r>
            <a:endParaRPr kumimoji="1" lang="zh-CN" altLang="en-US" sz="21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224B75B9-2540-905A-6A38-15652B3AFE47}"/>
              </a:ext>
            </a:extLst>
          </p:cNvPr>
          <p:cNvSpPr/>
          <p:nvPr/>
        </p:nvSpPr>
        <p:spPr>
          <a:xfrm>
            <a:off x="762000" y="2190750"/>
            <a:ext cx="1905000" cy="85725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350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20AA28AC-6D4F-FB4B-DDB0-F5FC4F4D76A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190750"/>
            <a:ext cx="952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94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2DFD0DF0-CDFE-11CD-3CE4-E7C83A27A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676025"/>
              </p:ext>
            </p:extLst>
          </p:nvPr>
        </p:nvGraphicFramePr>
        <p:xfrm>
          <a:off x="381000" y="1809750"/>
          <a:ext cx="47625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344943797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411996839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" altLang="zh-CN" sz="1400"/>
                        <a:t>Native table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6489551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42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435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36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2026-09-08T13:39:33Z</dcterms:created>
  <dcterms:modified xsi:type="dcterms:W3CDTF">2026-09-08T13:39:34Z</dcterms:modified>
</cp:coreProperties>
</file>