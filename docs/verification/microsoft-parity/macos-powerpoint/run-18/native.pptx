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AB6EC8-4321-1545-8CF8-36047225AA1F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7718A-7C44-5A46-AACB-075CCD4530D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900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7718A-7C44-5A46-AACB-075CCD4530DA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2513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CBB61-5284-9E79-C946-C84782023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D7A790-1030-11A7-9520-0A40AB0D0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E5CCCA7-8732-B5CD-E03F-9443D29B0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B00D27-CE55-51E2-A5D0-AFE2C29CB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4ED881-0D28-B522-2105-66230F6F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7195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D5D6C1-5C2E-0002-CC28-D8C5807C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787928-0CBB-BAFC-407D-7EC5F5287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52CE6C-43A1-DCE9-1E4C-84CEED2C9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209C21-B1E5-E754-C4C9-A761F89D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58329E-E23F-C300-3CB9-21B907F07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159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0A083C-E851-A45E-7777-07F3DB9FE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58B8C6-5E6B-E346-7F94-8434BEBAB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1E7CAF-9D44-E4A4-186E-9B1EC5D0D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8BFFCD-A50E-F0D1-6555-29470E4A3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637CC2-7B59-EB37-9F5A-CA0993B1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64544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3062B0-DFFF-B9A3-513C-E81BE48A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5F0FAA5-FECB-A28E-1640-328D02EFD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C725B-F7A0-01AA-6DEE-4440671E6E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02CC25-9094-A16E-EE96-A5508528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3DAFE79-E280-B0C5-FDBD-413EF113C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C41A18-BDF2-26DD-1261-73F3D08AB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818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F06A1-EE78-F20B-40C3-7315B075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D22FB1-A07D-7FF2-35CD-42D294C7FB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173E6C-0DC3-3370-DCB2-03D8D728F9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6089D5C-ABE4-EDA7-D519-FECB8F05DC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FDCCD75-B756-3CE4-498F-B504329DF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B4750A-CFD0-3200-23A7-F39C25286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AC37A7-70DD-8250-95DF-8BED98FCE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E3ABB7D-29A6-285C-DBF6-B7C899E2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7271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0AF160-D870-6E46-C6E7-C7F1A2C65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BC64AA-BBCA-F88F-5282-C7F3DACF3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606DBA-270C-AB81-73DB-321A5AB6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E338E7-A716-3912-1BC4-711AF398F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1160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104A1F1-458F-8019-A449-34002BCF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70FAC3-B0A2-7E68-6017-13E1AC127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032C3E-A2FD-61B8-D8C9-7A9CC52F9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5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5F588A-87EA-322B-278F-0188F2BD7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0F2FCF-6C1E-B2F0-7E7B-AB390AB6E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DD4C74-F4E7-192B-246E-3BCF334A8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E09413-ABF1-DDE9-CD0E-B837901CB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F4EC13-2C50-5632-180D-E96691999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1F485DD-1F1E-8D67-B612-AD292EDD6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70220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7F72D2-096E-1A9B-C7F1-EAA643B0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8F0A10B-D8B9-1BC1-E3DE-E0E21F9546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CAF9AD-75CB-D2BB-5748-915A40DF91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4ABB58-96EA-FBBF-E0C6-187AEA1C6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5353D1-B19A-432C-300E-93A63C4F9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44AEDC-3CD3-4473-1782-E4001BF61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973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1B94C-05C7-5BC9-2C40-B6FF689E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B87899-A92E-DE5A-85F0-717C8ECB1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3A3B28-33B7-2BF6-C162-8882B01B6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1273EC-D513-40A0-0A76-D4D8AACDF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CCDE78-C35A-6A2E-A524-79BB66B4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5502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A1FA37E-D6D7-A543-F02D-42A39ABC30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29B1A3D-9CC9-EFE1-5308-5D882C7AB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0838C-4903-513E-127D-7D5EFC863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056AD0-4EAE-BD46-0BA8-3A0DF28F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D4EF58-37B6-C20A-AD88-9BCB18FB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189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C95B7B-25CE-E546-E354-18E22FD3D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A379A-8773-9E57-2D12-C1768FA00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7382CF-B5C9-4AF2-FFE8-66A6BD10F2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C55B9-D26B-A240-9E1B-83FAA929A863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336C65-F52F-AB6B-9DA3-F2146C6FB5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C7B19B-20B0-BFEF-ED51-EC401473ED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C3F3A-3629-1843-B2F9-B0AF0754674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07208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6BB9C532-D2AE-0D71-AD73-CF978135DAD8}"/>
              </a:ext>
            </a:extLst>
          </p:cNvPr>
          <p:cNvSpPr txBox="1"/>
          <p:nvPr/>
        </p:nvSpPr>
        <p:spPr>
          <a:xfrm>
            <a:off x="508000" y="508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800" b="1"/>
              <a:t>Native editable PowerPoint</a:t>
            </a:r>
            <a:endParaRPr kumimoji="1" lang="zh-CN" altLang="en-US" sz="28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49D139B2-6D0A-8F0A-50A1-E29A7D6D8160}"/>
              </a:ext>
            </a:extLst>
          </p:cNvPr>
          <p:cNvSpPr/>
          <p:nvPr/>
        </p:nvSpPr>
        <p:spPr>
          <a:xfrm>
            <a:off x="762000" y="1778000"/>
            <a:ext cx="2540000" cy="114300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5CF2EA7B-96B7-353A-650B-35A7F1463AC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778000"/>
            <a:ext cx="1270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51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D585F2D7-AC38-6228-5BFE-92B44D1EE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4692085"/>
              </p:ext>
            </p:extLst>
          </p:nvPr>
        </p:nvGraphicFramePr>
        <p:xfrm>
          <a:off x="508000" y="1270000"/>
          <a:ext cx="6350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000">
                  <a:extLst>
                    <a:ext uri="{9D8B030D-6E8A-4147-A177-3AD203B41FA5}">
                      <a16:colId xmlns:a16="http://schemas.microsoft.com/office/drawing/2014/main" val="2269735944"/>
                    </a:ext>
                  </a:extLst>
                </a:gridCol>
                <a:gridCol w="3175000">
                  <a:extLst>
                    <a:ext uri="{9D8B030D-6E8A-4147-A177-3AD203B41FA5}">
                      <a16:colId xmlns:a16="http://schemas.microsoft.com/office/drawing/2014/main" val="246755399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" altLang="zh-CN"/>
                        <a:t>Native table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875522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42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6508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690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2026-09-08T13:49:55Z</dcterms:created>
  <dcterms:modified xsi:type="dcterms:W3CDTF">2026-09-08T13:49:56Z</dcterms:modified>
</cp:coreProperties>
</file>