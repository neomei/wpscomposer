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07535-2A12-F246-A4FF-FB9E80D7047D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FD449-19E1-764C-B2B3-F65AEF575D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7121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FD449-19E1-764C-B2B3-F65AEF575D6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950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FD449-19E1-764C-B2B3-F65AEF575D6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795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FD449-19E1-764C-B2B3-F65AEF575D6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7899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FD449-19E1-764C-B2B3-F65AEF575D6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9802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Semantic native notes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FD449-19E1-764C-B2B3-F65AEF575D6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2360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E6302-21B1-358E-FAF2-977245260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299CFB-2D13-1E92-A5E4-CBEE5227A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E23550-A95A-C388-F857-10D5DFFD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5149D-EC9C-77AF-6510-BAA6C07F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ABF1F7-AE9A-98FC-F870-C06B7908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9407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AFEC0-0366-20AC-0C32-E8A46B197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86821-8FD2-4800-3449-35A6CCFC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00D669-D54E-AE1F-4005-FA9F3D3F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1DED36-167E-AE21-6C73-F77454A0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4742E8-93DE-8FF8-8278-4CA65E2B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872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B130F-93EA-8724-65C9-78BA0645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BD6434-9453-4BB1-9870-351F2807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44F16-6CF3-FDDF-1B63-7EB01AFB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3E158A-B3CE-9906-8751-27064764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D3DAA-9C8C-9893-E8D6-7E85F278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457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4CEB4-4E4D-1137-238C-FCE3A7F5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91DAD0-72A2-0D76-B1C3-B7404832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1F543E-B070-1C8E-3A72-2265ADCD4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D63E3A-7189-30E9-8EB1-F14E31FA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00F4C3-8BCB-0DF8-0931-5FF6E705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3CBC21-D929-3E91-11B4-2375E752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785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ACCCD-8BE9-D598-5DF3-F6EFFF2D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430DC6-6D59-BBA5-9785-38DAEEB81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684956-1A67-794D-DE8B-33BCD3325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6330E6-6488-B433-BB64-4564FDAF6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DF18FE-A22E-97F7-7419-F5811B1AA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EC3667-55BD-DB7F-41F6-62FA861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EB674C-5884-E731-7249-36944F62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C05462-3DC5-7073-E1D4-89D4AD71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268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FBA04-14EA-9145-70C2-966ED73C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67FD98-4C83-3D8F-A037-134442A2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67E850-6B79-1358-173B-F8F7C48E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FB54DF-3F56-FA36-3707-E5B56147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8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A812C7-B86B-9679-9B3C-37631E34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0C1E81-F7C2-11F3-3275-C78C2183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E8E35-14F9-6957-2301-05EAAAB2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936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0BF0E-0F7C-00E8-BCAD-ECC8589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697286-A3CC-821B-703F-E7492E36F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66A33-0F0B-D61F-FD52-CAE2B3EED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3C5155-2863-1DC0-3E22-FF24A77B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E408EF-7D25-6894-613B-AC463E5D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BB9737-4D94-B10B-121D-134354AD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3430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8F4A6-B724-891B-B750-EB104D54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B3409D-6A2C-E40D-0AD8-128D1BB8A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E3D20E-C4A9-3DA2-F949-519512E46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C1FA06-CE2C-6B0B-B597-694A90813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F399D-754A-40CF-C0B6-3880A1A7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8B9288-A130-7B2F-E578-5B5CFDEE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4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48327-DCDB-1835-3E8D-4C56CD0F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ECD0DF-9590-1BE2-183B-98113E12D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1E4FE1-CA85-4698-284F-CD3114A5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55F86-8BE3-3D55-237D-385402BD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DF4D7B-B7B1-46BF-60CF-46DA033F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86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30F8B5-5568-FE8D-D88D-A11EBB519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6CF59D-CD3C-9037-D764-30AD5809B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72B5B-420A-394C-A63C-B19FB283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A64B63-5E78-1208-D9D5-35213D3D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509D9B-89D9-EEEC-4B90-927D306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814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A3289-D7C1-89CC-1D57-1C551277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DCD791-AF07-288C-F19A-202BB9FDE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677E8-401A-6365-201A-4275DD67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6B6B4-83FD-F2C5-2A50-185AB765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2D64F-361B-DC8F-E494-C1AFB17E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897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14E0AE-61FE-4D5F-6550-C6DE7B2F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A8E1D-69EB-E6CB-83E3-611A427AB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70D77-68DE-F5B7-79D7-55229E826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9B4E5-8DBA-DA47-98D8-9ECFF7749309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FBD30-D925-E0D8-C68A-7E5FE1ADA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575AD8-BD67-5575-ED45-E06D9D00E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11158-5AB0-F04F-BDB9-39F7F412D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25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591664E-A975-1E86-47D6-2AFEA8C2C3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native title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FF7CE1A-79F0-280E-AB7C-89B6F7182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>
                <a:solidFill>
                  <a:srgbClr val="505050"/>
                </a:solidFill>
                <a:latin typeface="Arial" panose="020B0604020202020204" pitchFamily="34" charset="0"/>
              </a:rPr>
              <a:t>Native subtitle</a:t>
            </a:r>
            <a:endParaRPr kumimoji="1" lang="zh-CN" altLang="en-US" sz="2000">
              <a:solidFill>
                <a:srgbClr val="505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244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93DFCE-99A6-3CD2-80C7-08135716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section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2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8C0880A-C6E4-78F8-93F4-16B9A472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text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342CFF-DA90-0481-D000-264E2F4BC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Plain paragraph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91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9482B6C-D8EB-22EB-86C5-05998731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bullets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C36BCC-BC67-299C-611B-F67D61947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First native bullet</a:t>
            </a:r>
          </a:p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Second native bullet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96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25627b1945164cd78b2777937a8f9150">
            <a:extLst>
              <a:ext uri="{FF2B5EF4-FFF2-40B4-BE49-F238E27FC236}">
                <a16:creationId xmlns:a16="http://schemas.microsoft.com/office/drawing/2014/main" id="{95F40FA5-7B3C-0248-2A6F-A91330C4DEEE}"/>
              </a:ext>
            </a:extLst>
          </p:cNvPr>
          <p:cNvSpPr txBox="1"/>
          <p:nvPr/>
        </p:nvSpPr>
        <p:spPr>
          <a:xfrm>
            <a:off x="508000" y="381000"/>
            <a:ext cx="3810000" cy="461665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400" b="1">
                <a:solidFill>
                  <a:srgbClr val="123456"/>
                </a:solidFill>
              </a:rPr>
              <a:t>Native textbox</a:t>
            </a:r>
            <a:endParaRPr kumimoji="1" lang="zh-CN" altLang="en-US" sz="2400" b="1">
              <a:solidFill>
                <a:srgbClr val="123456"/>
              </a:solidFill>
            </a:endParaRPr>
          </a:p>
        </p:txBody>
      </p:sp>
      <p:sp>
        <p:nvSpPr>
          <p:cNvPr id="3" name="wpscomposer-650044a13ee941f8b960e7619189aa82">
            <a:extLst>
              <a:ext uri="{FF2B5EF4-FFF2-40B4-BE49-F238E27FC236}">
                <a16:creationId xmlns:a16="http://schemas.microsoft.com/office/drawing/2014/main" id="{9E3371BA-D459-9540-13F1-C7DE6E651008}"/>
              </a:ext>
            </a:extLst>
          </p:cNvPr>
          <p:cNvSpPr/>
          <p:nvPr/>
        </p:nvSpPr>
        <p:spPr>
          <a:xfrm>
            <a:off x="508000" y="1460500"/>
            <a:ext cx="2286000" cy="1016000"/>
          </a:xfrm>
          <a:prstGeom prst="roundRect">
            <a:avLst/>
          </a:prstGeom>
          <a:solidFill>
            <a:srgbClr val="226699"/>
          </a:solidFill>
          <a:ln w="12700" cap="flat" cmpd="sng" algn="ctr">
            <a:solidFill>
              <a:srgbClr val="FFAA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/>
              <a:t>Rounded shape</a:t>
            </a:r>
            <a:endParaRPr kumimoji="1" lang="zh-CN" altLang="en-US"/>
          </a:p>
        </p:txBody>
      </p:sp>
      <p:sp>
        <p:nvSpPr>
          <p:cNvPr id="4" name="wpscomposer-c8b9657a86d64157b01b850db66b5504">
            <a:extLst>
              <a:ext uri="{FF2B5EF4-FFF2-40B4-BE49-F238E27FC236}">
                <a16:creationId xmlns:a16="http://schemas.microsoft.com/office/drawing/2014/main" id="{0009CD25-A461-3CC9-EA73-83AEA0E2E207}"/>
              </a:ext>
            </a:extLst>
          </p:cNvPr>
          <p:cNvSpPr/>
          <p:nvPr/>
        </p:nvSpPr>
        <p:spPr>
          <a:xfrm>
            <a:off x="3175000" y="1460500"/>
            <a:ext cx="1143000" cy="1016000"/>
          </a:xfrm>
          <a:prstGeom prst="ellipse">
            <a:avLst/>
          </a:prstGeom>
          <a:solidFill>
            <a:srgbClr val="33AA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wpscomposer-a23ec700dcfa437ca7df65f397ad0156">
            <a:extLst>
              <a:ext uri="{FF2B5EF4-FFF2-40B4-BE49-F238E27FC236}">
                <a16:creationId xmlns:a16="http://schemas.microsoft.com/office/drawing/2014/main" id="{238EC68C-50F6-421C-F4E2-109F69878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460500"/>
            <a:ext cx="1524000" cy="1524000"/>
          </a:xfrm>
          <a:prstGeom prst="rect">
            <a:avLst/>
          </a:prstGeom>
        </p:spPr>
      </p:pic>
      <p:graphicFrame>
        <p:nvGraphicFramePr>
          <p:cNvPr id="7" name="wpscomposer-b20d3984a826454e873043d27fef27e5">
            <a:extLst>
              <a:ext uri="{FF2B5EF4-FFF2-40B4-BE49-F238E27FC236}">
                <a16:creationId xmlns:a16="http://schemas.microsoft.com/office/drawing/2014/main" id="{193035B6-1E61-6DAA-BE72-2D0FA5A05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041313"/>
              </p:ext>
            </p:extLst>
          </p:nvPr>
        </p:nvGraphicFramePr>
        <p:xfrm>
          <a:off x="508000" y="3302000"/>
          <a:ext cx="5715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25421435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715183543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Native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95239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" altLang="zh-CN" sz="1500"/>
                        <a:t>Value</a:t>
                      </a:r>
                      <a:endParaRPr lang="zh-CN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42</a:t>
                      </a:r>
                      <a:endParaRPr lang="zh-CN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233130"/>
                  </a:ext>
                </a:extLst>
              </a:tr>
            </a:tbl>
          </a:graphicData>
        </a:graphic>
      </p:graphicFrame>
      <p:cxnSp>
        <p:nvCxnSpPr>
          <p:cNvPr id="8" name="wpscomposer-700545fbbd6a4f52b44bfa27c1147888">
            <a:extLst>
              <a:ext uri="{FF2B5EF4-FFF2-40B4-BE49-F238E27FC236}">
                <a16:creationId xmlns:a16="http://schemas.microsoft.com/office/drawing/2014/main" id="{3D73AC70-5710-4C98-8801-C538FCEA5408}"/>
              </a:ext>
            </a:extLst>
          </p:cNvPr>
          <p:cNvCxnSpPr/>
          <p:nvPr/>
        </p:nvCxnSpPr>
        <p:spPr>
          <a:xfrm>
            <a:off x="508000" y="5232400"/>
            <a:ext cx="5715000" cy="0"/>
          </a:xfrm>
          <a:prstGeom prst="line">
            <a:avLst/>
          </a:prstGeom>
          <a:ln w="50800">
            <a:solidFill>
              <a:srgbClr val="AA44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pscomposer-28ae784558434ef9977d1eed1edc3549">
            <a:extLst>
              <a:ext uri="{FF2B5EF4-FFF2-40B4-BE49-F238E27FC236}">
                <a16:creationId xmlns:a16="http://schemas.microsoft.com/office/drawing/2014/main" id="{3D7CF490-347E-6524-3659-1A7A926E099F}"/>
              </a:ext>
            </a:extLst>
          </p:cNvPr>
          <p:cNvSpPr/>
          <p:nvPr/>
        </p:nvSpPr>
        <p:spPr>
          <a:xfrm>
            <a:off x="7112000" y="1016000"/>
            <a:ext cx="2794000" cy="1524000"/>
          </a:xfrm>
          <a:prstGeom prst="rect">
            <a:avLst/>
          </a:prstGeom>
          <a:solidFill>
            <a:srgbClr val="EECC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200"/>
              <a:t>Native box</a:t>
            </a:r>
            <a:endParaRPr kumimoji="1" lang="zh-CN" altLang="en-US" sz="1200"/>
          </a:p>
        </p:txBody>
      </p:sp>
      <p:sp>
        <p:nvSpPr>
          <p:cNvPr id="10" name="wpscomposer-f32cfa581b5a42f58b0118e531d2f9c6">
            <a:extLst>
              <a:ext uri="{FF2B5EF4-FFF2-40B4-BE49-F238E27FC236}">
                <a16:creationId xmlns:a16="http://schemas.microsoft.com/office/drawing/2014/main" id="{F980B39A-2850-4F87-7086-ECBD8020D88E}"/>
              </a:ext>
            </a:extLst>
          </p:cNvPr>
          <p:cNvSpPr txBox="1"/>
          <p:nvPr/>
        </p:nvSpPr>
        <p:spPr>
          <a:xfrm>
            <a:off x="7112000" y="3048000"/>
            <a:ext cx="381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200" b="1">
                <a:solidFill>
                  <a:srgbClr val="123456"/>
                </a:solidFill>
              </a:rPr>
              <a:t>Native layout text</a:t>
            </a:r>
            <a:endParaRPr kumimoji="1" lang="zh-CN" altLang="en-US" sz="2200" b="1">
              <a:solidFill>
                <a:srgbClr val="1234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29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Macintosh PowerPoint</Application>
  <PresentationFormat>自定义</PresentationFormat>
  <Paragraphs>22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Semantic native title</vt:lpstr>
      <vt:lpstr>Semantic section</vt:lpstr>
      <vt:lpstr>Semantic text</vt:lpstr>
      <vt:lpstr>Semantic bullets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2026-09-08T15:37:29Z</dcterms:created>
  <dcterms:modified xsi:type="dcterms:W3CDTF">2026-09-08T15:38:08Z</dcterms:modified>
</cp:coreProperties>
</file>