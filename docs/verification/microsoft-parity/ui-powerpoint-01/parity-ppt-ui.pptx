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207535-2A12-F246-A4FF-FB9E80D7047D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FD449-19E1-764C-B2B3-F65AEF575D6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57121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FD449-19E1-764C-B2B3-F65AEF575D6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19504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FD449-19E1-764C-B2B3-F65AEF575D6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67955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FD449-19E1-764C-B2B3-F65AEF575D6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77899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FD449-19E1-764C-B2B3-F65AEF575D6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098022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CN"/>
              <a:t>Semantic native notes</a:t>
            </a:r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FD449-19E1-764C-B2B3-F65AEF575D6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02360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E6302-21B1-358E-FAF2-9772452605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299CFB-2D13-1E92-A5E4-CBEE5227A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E23550-A95A-C388-F857-10D5DFFDD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55149D-EC9C-77AF-6510-BAA6C07FF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ABF1F7-AE9A-98FC-F870-C06B79083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9407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AFEC0-0366-20AC-0C32-E8A46B197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686821-8FD2-4800-3449-35A6CCFC4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00D669-D54E-AE1F-4005-FA9F3D3F8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1DED36-167E-AE21-6C73-F77454A04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4742E8-93DE-8FF8-8278-4CA65E2B4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8724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6B130F-93EA-8724-65C9-78BA06453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BD6434-9453-4BB1-9870-351F28070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A44F16-6CF3-FDDF-1B63-7EB01AFB0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3E158A-B3CE-9906-8751-27064764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FD3DAA-9C8C-9893-E8D6-7E85F278B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457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14CEB4-4E4D-1137-238C-FCE3A7F5A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91DAD0-72A2-0D76-B1C3-B7404832E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1F543E-B070-1C8E-3A72-2265ADCD4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D63E3A-7189-30E9-8EB1-F14E31FA2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00F4C3-8BCB-0DF8-0931-5FF6E7051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D3CBC21-D929-3E91-11B4-2375E752C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7859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CACCCD-8BE9-D598-5DF3-F6EFFF2DF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430DC6-6D59-BBA5-9785-38DAEEB81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3684956-1A67-794D-DE8B-33BCD3325A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26330E6-6488-B433-BB64-4564FDAF6B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DF18FE-A22E-97F7-7419-F5811B1AA6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6EC3667-55BD-DB7F-41F6-62FA8616D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7EB674C-5884-E731-7249-36944F62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EC05462-3DC5-7073-E1D4-89D4AD719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62686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EFBA04-14EA-9145-70C2-966ED73C5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67FD98-4C83-3D8F-A037-134442A2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067E850-6B79-1358-173B-F8F7C48E0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1FB54DF-3F56-FA36-3707-E5B561472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3483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7A812C7-B86B-9679-9B3C-37631E3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E0C1E81-F7C2-11F3-3275-C78C21839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B8E8E35-14F9-6957-2301-05EAAAB2D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79365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B0BF0E-0F7C-00E8-BCAD-ECC8589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697286-A3CC-821B-703F-E7492E36F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6966A33-0F0B-D61F-FD52-CAE2B3EED7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3C5155-2863-1DC0-3E22-FF24A77B1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E408EF-7D25-6894-613B-AC463E5D9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4BB9737-4D94-B10B-121D-134354AD8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03430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48F4A6-B724-891B-B750-EB104D546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EB3409D-6A2C-E40D-0AD8-128D1BB8AE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E3D20E-C4A9-3DA2-F949-519512E46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C1FA06-CE2C-6B0B-B597-694A90813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C4F399D-754A-40CF-C0B6-3880A1A70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8B9288-A130-7B2F-E578-5B5CFDEE0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846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548327-DCDB-1835-3E8D-4C56CD0F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ECD0DF-9590-1BE2-183B-98113E12D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1E4FE1-CA85-4698-284F-CD3114A51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55F86-8BE3-3D55-237D-385402BDF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DF4D7B-B7B1-46BF-60CF-46DA033FE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0864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30F8B5-5568-FE8D-D88D-A11EBB519F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A6CF59D-CD3C-9037-D764-30AD5809B0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E72B5B-420A-394C-A63C-B19FB2839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A64B63-5E78-1208-D9D5-35213D3D6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509D9B-89D9-EEEC-4B90-927D306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981495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3A3289-D7C1-89CC-1D57-1C5512779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DCD791-AF07-288C-F19A-202BB9FDE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5677E8-401A-6365-201A-4275DD676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66B6B4-83FD-F2C5-2A50-185AB7651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62D64F-361B-DC8F-E494-C1AFB17E1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38973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014E0AE-61FE-4D5F-6550-C6DE7B2F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3A8E1D-69EB-E6CB-83E3-611A427AB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070D77-68DE-F5B7-79D7-55229E8263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9B4E5-8DBA-DA47-98D8-9ECFF7749309}" type="datetimeFigureOut">
              <a:rPr kumimoji="1" lang="zh-CN" altLang="en-US" smtClean="0"/>
              <a:t>2026/9/9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5FBD30-D925-E0D8-C68A-7E5FE1ADA5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575AD8-BD67-5575-ED45-E06D9D00ED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211158-5AB0-F04F-BDB9-39F7F412D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92595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F591664E-A975-1E86-47D6-2AFEA8C2C3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en" altLang="zh-CN" sz="3600">
                <a:solidFill>
                  <a:srgbClr val="003366"/>
                </a:solidFill>
                <a:latin typeface="Arial" panose="020B0604020202020204" pitchFamily="34" charset="0"/>
              </a:rPr>
              <a:t>Semantic native title</a:t>
            </a:r>
            <a:endParaRPr kumimoji="1" lang="zh-CN" altLang="en-US" sz="3600" dirty="0">
              <a:solidFill>
                <a:srgbClr val="003366"/>
              </a:solidFill>
              <a:latin typeface="Arial" panose="020B0604020202020204" pitchFamily="34" charset="0"/>
            </a:endParaRPr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DFF7CE1A-79F0-280E-AB7C-89B6F71824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en" altLang="zh-CN" sz="2000">
                <a:solidFill>
                  <a:srgbClr val="505050"/>
                </a:solidFill>
                <a:latin typeface="Arial" panose="020B0604020202020204" pitchFamily="34" charset="0"/>
              </a:rPr>
              <a:t>Native subtitle</a:t>
            </a:r>
            <a:endParaRPr kumimoji="1" lang="zh-CN" altLang="en-US" sz="2000">
              <a:solidFill>
                <a:srgbClr val="50505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244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093DFCE-99A6-3CD2-80C7-08135716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CN" sz="3600">
                <a:solidFill>
                  <a:srgbClr val="003366"/>
                </a:solidFill>
                <a:latin typeface="Arial" panose="020B0604020202020204" pitchFamily="34" charset="0"/>
              </a:rPr>
              <a:t>Semantic section</a:t>
            </a:r>
            <a:endParaRPr kumimoji="1" lang="zh-CN" altLang="en-US" sz="3600">
              <a:solidFill>
                <a:srgbClr val="00336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29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C8C0880A-C6E4-78F8-93F4-16B9A472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CN" sz="3600">
                <a:solidFill>
                  <a:srgbClr val="003366"/>
                </a:solidFill>
                <a:latin typeface="Arial" panose="020B0604020202020204" pitchFamily="34" charset="0"/>
              </a:rPr>
              <a:t>Semantic text</a:t>
            </a:r>
            <a:endParaRPr kumimoji="1" lang="zh-CN" altLang="en-US" sz="3600">
              <a:solidFill>
                <a:srgbClr val="003366"/>
              </a:solidFill>
              <a:latin typeface="Arial" panose="020B0604020202020204" pitchFamily="34" charset="0"/>
            </a:endParaRP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6342CFF-DA90-0481-D000-264E2F4BC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" altLang="zh-CN" sz="1800">
                <a:solidFill>
                  <a:srgbClr val="212121"/>
                </a:solidFill>
                <a:latin typeface="Arial" panose="020B0604020202020204" pitchFamily="34" charset="0"/>
              </a:rPr>
              <a:t>Plain paragraph</a:t>
            </a:r>
            <a:endParaRPr kumimoji="1" lang="zh-CN" altLang="en-US" sz="1800">
              <a:solidFill>
                <a:srgbClr val="21212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9914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C9482B6C-D8EB-22EB-86C5-059987313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CN" sz="3600">
                <a:solidFill>
                  <a:srgbClr val="003366"/>
                </a:solidFill>
                <a:latin typeface="Arial" panose="020B0604020202020204" pitchFamily="34" charset="0"/>
              </a:rPr>
              <a:t>Semantic bullets</a:t>
            </a:r>
            <a:endParaRPr kumimoji="1" lang="zh-CN" altLang="en-US" sz="3600">
              <a:solidFill>
                <a:srgbClr val="003366"/>
              </a:solidFill>
              <a:latin typeface="Arial" panose="020B0604020202020204" pitchFamily="34" charset="0"/>
            </a:endParaRP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4C36BCC-BC67-299C-611B-F67D61947A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" altLang="zh-CN" sz="1800">
                <a:solidFill>
                  <a:srgbClr val="212121"/>
                </a:solidFill>
                <a:latin typeface="Arial" panose="020B0604020202020204" pitchFamily="34" charset="0"/>
              </a:rPr>
              <a:t>First native bullet</a:t>
            </a:r>
          </a:p>
          <a:p>
            <a:r>
              <a:rPr kumimoji="1" lang="en" altLang="zh-CN" sz="1800">
                <a:solidFill>
                  <a:srgbClr val="212121"/>
                </a:solidFill>
                <a:latin typeface="Arial" panose="020B0604020202020204" pitchFamily="34" charset="0"/>
              </a:rPr>
              <a:t>Second native bullet</a:t>
            </a:r>
            <a:endParaRPr kumimoji="1" lang="zh-CN" altLang="en-US" sz="1800">
              <a:solidFill>
                <a:srgbClr val="21212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962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pscomposer-25627b1945164cd78b2777937a8f9150">
            <a:extLst>
              <a:ext uri="{FF2B5EF4-FFF2-40B4-BE49-F238E27FC236}">
                <a16:creationId xmlns:a16="http://schemas.microsoft.com/office/drawing/2014/main" id="{95F40FA5-7B3C-0248-2A6F-A91330C4DEEE}"/>
              </a:ext>
            </a:extLst>
          </p:cNvPr>
          <p:cNvSpPr txBox="1"/>
          <p:nvPr/>
        </p:nvSpPr>
        <p:spPr>
          <a:xfrm>
            <a:off x="508000" y="381000"/>
            <a:ext cx="3810000" cy="461665"/>
          </a:xfrm>
          <a:prstGeom prst="rect">
            <a:avLst/>
          </a:prstGeom>
          <a:noFill/>
          <a:ln>
            <a:noFill/>
          </a:ln>
        </p:spPr>
        <p:txBody>
          <a:bodyPr vert="horz" rtlCol="0">
            <a:spAutoFit/>
          </a:bodyPr>
          <a:lstStyle/>
          <a:p>
            <a:pPr algn="ctr"/>
            <a:r>
              <a:rPr kumimoji="1" lang="en" altLang="zh-CN" sz="2400" b="1">
                <a:solidFill>
                  <a:srgbClr val="123456"/>
                </a:solidFill>
              </a:rPr>
              <a:t>Native textbox</a:t>
            </a:r>
            <a:endParaRPr kumimoji="1" lang="zh-CN" altLang="en-US" sz="2400" b="1">
              <a:solidFill>
                <a:srgbClr val="123456"/>
              </a:solidFill>
            </a:endParaRPr>
          </a:p>
        </p:txBody>
      </p:sp>
      <p:sp>
        <p:nvSpPr>
          <p:cNvPr id="3" name="wpscomposer-650044a13ee941f8b960e7619189aa82">
            <a:extLst>
              <a:ext uri="{FF2B5EF4-FFF2-40B4-BE49-F238E27FC236}">
                <a16:creationId xmlns:a16="http://schemas.microsoft.com/office/drawing/2014/main" id="{9E3371BA-D459-9540-13F1-C7DE6E651008}"/>
              </a:ext>
            </a:extLst>
          </p:cNvPr>
          <p:cNvSpPr/>
          <p:nvPr/>
        </p:nvSpPr>
        <p:spPr>
          <a:xfrm>
            <a:off x="508000" y="1460500"/>
            <a:ext cx="2286000" cy="1016000"/>
          </a:xfrm>
          <a:prstGeom prst="roundRect">
            <a:avLst/>
          </a:prstGeom>
          <a:solidFill>
            <a:srgbClr val="226699"/>
          </a:solidFill>
          <a:ln w="12700" cap="flat" cmpd="sng" algn="ctr">
            <a:solidFill>
              <a:srgbClr val="FFAA00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CN"/>
              <a:t>Rounded shape</a:t>
            </a:r>
            <a:endParaRPr kumimoji="1" lang="zh-CN" altLang="en-US"/>
          </a:p>
        </p:txBody>
      </p:sp>
      <p:sp>
        <p:nvSpPr>
          <p:cNvPr id="4" name="wpscomposer-c8b9657a86d64157b01b850db66b5504">
            <a:extLst>
              <a:ext uri="{FF2B5EF4-FFF2-40B4-BE49-F238E27FC236}">
                <a16:creationId xmlns:a16="http://schemas.microsoft.com/office/drawing/2014/main" id="{0009CD25-A461-3CC9-EA73-83AEA0E2E207}"/>
              </a:ext>
            </a:extLst>
          </p:cNvPr>
          <p:cNvSpPr/>
          <p:nvPr/>
        </p:nvSpPr>
        <p:spPr>
          <a:xfrm>
            <a:off x="3175000" y="1460500"/>
            <a:ext cx="1143000" cy="1016000"/>
          </a:xfrm>
          <a:prstGeom prst="ellipse">
            <a:avLst/>
          </a:prstGeom>
          <a:solidFill>
            <a:srgbClr val="33AA88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6" name="wpscomposer-a23ec700dcfa437ca7df65f397ad0156">
            <a:extLst>
              <a:ext uri="{FF2B5EF4-FFF2-40B4-BE49-F238E27FC236}">
                <a16:creationId xmlns:a16="http://schemas.microsoft.com/office/drawing/2014/main" id="{238EC68C-50F6-421C-F4E2-109F69878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1460500"/>
            <a:ext cx="1524000" cy="1524000"/>
          </a:xfrm>
          <a:prstGeom prst="rect">
            <a:avLst/>
          </a:prstGeom>
        </p:spPr>
      </p:pic>
      <p:graphicFrame>
        <p:nvGraphicFramePr>
          <p:cNvPr id="7" name="wpscomposer-b20d3984a826454e873043d27fef27e5">
            <a:extLst>
              <a:ext uri="{FF2B5EF4-FFF2-40B4-BE49-F238E27FC236}">
                <a16:creationId xmlns:a16="http://schemas.microsoft.com/office/drawing/2014/main" id="{193035B6-1E61-6DAA-BE72-2D0FA5A057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041313"/>
              </p:ext>
            </p:extLst>
          </p:nvPr>
        </p:nvGraphicFramePr>
        <p:xfrm>
          <a:off x="508000" y="3302000"/>
          <a:ext cx="5715000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254214358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3715183543"/>
                    </a:ext>
                  </a:extLst>
                </a:gridCol>
              </a:tblGrid>
              <a:tr h="825500">
                <a:tc>
                  <a:txBody>
                    <a:bodyPr/>
                    <a:lstStyle/>
                    <a:p>
                      <a:r>
                        <a:rPr lang="en" altLang="zh-CN" sz="1500" b="1">
                          <a:solidFill>
                            <a:srgbClr val="FFFFFF"/>
                          </a:solidFill>
                        </a:rPr>
                        <a:t>Native</a:t>
                      </a:r>
                      <a:endParaRPr lang="zh-CN" altLang="en-US" sz="15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3344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sz="1500" b="1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zh-CN" altLang="en-US" sz="15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33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4952391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r>
                        <a:rPr lang="en" altLang="zh-CN" sz="1500"/>
                        <a:t>Value</a:t>
                      </a:r>
                      <a:endParaRPr lang="zh-CN" altLang="en-US" sz="1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42</a:t>
                      </a:r>
                      <a:endParaRPr lang="zh-CN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8233130"/>
                  </a:ext>
                </a:extLst>
              </a:tr>
            </a:tbl>
          </a:graphicData>
        </a:graphic>
      </p:graphicFrame>
      <p:cxnSp>
        <p:nvCxnSpPr>
          <p:cNvPr id="8" name="wpscomposer-700545fbbd6a4f52b44bfa27c1147888">
            <a:extLst>
              <a:ext uri="{FF2B5EF4-FFF2-40B4-BE49-F238E27FC236}">
                <a16:creationId xmlns:a16="http://schemas.microsoft.com/office/drawing/2014/main" id="{3D73AC70-5710-4C98-8801-C538FCEA5408}"/>
              </a:ext>
            </a:extLst>
          </p:cNvPr>
          <p:cNvCxnSpPr/>
          <p:nvPr/>
        </p:nvCxnSpPr>
        <p:spPr>
          <a:xfrm>
            <a:off x="508000" y="5232400"/>
            <a:ext cx="5715000" cy="0"/>
          </a:xfrm>
          <a:prstGeom prst="line">
            <a:avLst/>
          </a:prstGeom>
          <a:ln w="50800">
            <a:solidFill>
              <a:srgbClr val="AA44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wpscomposer-28ae784558434ef9977d1eed1edc3549">
            <a:extLst>
              <a:ext uri="{FF2B5EF4-FFF2-40B4-BE49-F238E27FC236}">
                <a16:creationId xmlns:a16="http://schemas.microsoft.com/office/drawing/2014/main" id="{3D7CF490-347E-6524-3659-1A7A926E099F}"/>
              </a:ext>
            </a:extLst>
          </p:cNvPr>
          <p:cNvSpPr/>
          <p:nvPr/>
        </p:nvSpPr>
        <p:spPr>
          <a:xfrm>
            <a:off x="7112000" y="1016000"/>
            <a:ext cx="2794000" cy="1524000"/>
          </a:xfrm>
          <a:prstGeom prst="rect">
            <a:avLst/>
          </a:prstGeom>
          <a:solidFill>
            <a:srgbClr val="EECC88"/>
          </a:solidFill>
          <a:ln w="1270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CN" sz="1200"/>
              <a:t>Native box</a:t>
            </a:r>
            <a:endParaRPr kumimoji="1" lang="zh-CN" altLang="en-US" sz="1200"/>
          </a:p>
        </p:txBody>
      </p:sp>
      <p:sp>
        <p:nvSpPr>
          <p:cNvPr id="10" name="wpscomposer-f32cfa581b5a42f58b0118e531d2f9c6">
            <a:extLst>
              <a:ext uri="{FF2B5EF4-FFF2-40B4-BE49-F238E27FC236}">
                <a16:creationId xmlns:a16="http://schemas.microsoft.com/office/drawing/2014/main" id="{F980B39A-2850-4F87-7086-ECBD8020D88E}"/>
              </a:ext>
            </a:extLst>
          </p:cNvPr>
          <p:cNvSpPr txBox="1"/>
          <p:nvPr/>
        </p:nvSpPr>
        <p:spPr>
          <a:xfrm>
            <a:off x="7112000" y="3048000"/>
            <a:ext cx="3810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kumimoji="1" lang="en" altLang="zh-CN" sz="2200" b="1">
                <a:solidFill>
                  <a:srgbClr val="123456"/>
                </a:solidFill>
              </a:rPr>
              <a:t>Native layout text</a:t>
            </a:r>
            <a:endParaRPr kumimoji="1" lang="zh-CN" altLang="en-US" sz="2200" b="1">
              <a:solidFill>
                <a:srgbClr val="12345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8294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</Words>
  <Application>Microsoft Macintosh PowerPoint</Application>
  <PresentationFormat>宽屏</PresentationFormat>
  <Paragraphs>22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Semantic native title</vt:lpstr>
      <vt:lpstr>Semantic section</vt:lpstr>
      <vt:lpstr>Semantic text</vt:lpstr>
      <vt:lpstr>Semantic bullets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Neo Mei</dc:creator>
  <cp:lastModifiedBy>Neo Mei</cp:lastModifiedBy>
  <cp:revision>2</cp:revision>
  <dcterms:created xsi:type="dcterms:W3CDTF">2026-09-08T15:37:29Z</dcterms:created>
  <dcterms:modified xsi:type="dcterms:W3CDTF">2026-09-08T17:44:56Z</dcterms:modified>
</cp:coreProperties>
</file>